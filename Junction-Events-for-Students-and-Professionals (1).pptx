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095375"/>
          </a:xfrm>
          <a:custGeom>
            <a:avLst/>
            <a:gdLst/>
            <a:ahLst/>
            <a:cxnLst/>
            <a:rect l="l" t="t" r="r" b="b"/>
            <a:pathLst>
              <a:path w="12192000" h="1095375">
                <a:moveTo>
                  <a:pt x="12191999" y="1095374"/>
                </a:moveTo>
                <a:lnTo>
                  <a:pt x="0" y="10953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095374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99" y="180975"/>
            <a:ext cx="857249" cy="6381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095375"/>
          </a:xfrm>
          <a:custGeom>
            <a:avLst/>
            <a:gdLst/>
            <a:ahLst/>
            <a:cxnLst/>
            <a:rect l="l" t="t" r="r" b="b"/>
            <a:pathLst>
              <a:path w="12192000" h="1095375">
                <a:moveTo>
                  <a:pt x="12191999" y="1095374"/>
                </a:moveTo>
                <a:lnTo>
                  <a:pt x="0" y="10953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095374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99" y="180975"/>
            <a:ext cx="857249" cy="6381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933450"/>
          </a:xfrm>
          <a:custGeom>
            <a:avLst/>
            <a:gdLst/>
            <a:ahLst/>
            <a:cxnLst/>
            <a:rect l="l" t="t" r="r" b="b"/>
            <a:pathLst>
              <a:path w="12192000" h="933450">
                <a:moveTo>
                  <a:pt x="12191999" y="933449"/>
                </a:moveTo>
                <a:lnTo>
                  <a:pt x="0" y="9334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33449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799" y="180975"/>
            <a:ext cx="857249" cy="6381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28390" y="199421"/>
            <a:ext cx="5801995" cy="613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5357" y="1463675"/>
            <a:ext cx="4885690" cy="2747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581775"/>
            <a:chOff x="0" y="0"/>
            <a:chExt cx="12192000" cy="6581775"/>
          </a:xfrm>
        </p:grpSpPr>
        <p:sp>
          <p:nvSpPr>
            <p:cNvPr id="3" name="object 3"/>
            <p:cNvSpPr/>
            <p:nvPr/>
          </p:nvSpPr>
          <p:spPr>
            <a:xfrm>
              <a:off x="0" y="142874"/>
              <a:ext cx="12192000" cy="6438900"/>
            </a:xfrm>
            <a:custGeom>
              <a:avLst/>
              <a:gdLst/>
              <a:ahLst/>
              <a:cxnLst/>
              <a:rect l="l" t="t" r="r" b="b"/>
              <a:pathLst>
                <a:path w="12192000" h="6438900">
                  <a:moveTo>
                    <a:pt x="0" y="6438899"/>
                  </a:moveTo>
                  <a:lnTo>
                    <a:pt x="12191999" y="6438899"/>
                  </a:lnTo>
                  <a:lnTo>
                    <a:pt x="12191999" y="0"/>
                  </a:lnTo>
                  <a:lnTo>
                    <a:pt x="0" y="0"/>
                  </a:lnTo>
                  <a:lnTo>
                    <a:pt x="0" y="6438899"/>
                  </a:lnTo>
                  <a:close/>
                </a:path>
              </a:pathLst>
            </a:custGeom>
            <a:solidFill>
              <a:srgbClr val="1A1A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2192000" cy="142875"/>
            </a:xfrm>
            <a:custGeom>
              <a:avLst/>
              <a:gdLst/>
              <a:ahLst/>
              <a:cxnLst/>
              <a:rect l="l" t="t" r="r" b="b"/>
              <a:pathLst>
                <a:path w="12192000" h="142875">
                  <a:moveTo>
                    <a:pt x="12191999" y="142874"/>
                  </a:moveTo>
                  <a:lnTo>
                    <a:pt x="0" y="14287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42874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7700" y="733425"/>
              <a:ext cx="3343274" cy="21335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7625" y="962025"/>
              <a:ext cx="4267199" cy="24193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069256" y="3482975"/>
            <a:ext cx="8053705" cy="14903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779145">
              <a:lnSpc>
                <a:spcPct val="100299"/>
              </a:lnSpc>
              <a:spcBef>
                <a:spcPts val="80"/>
              </a:spcBef>
            </a:pP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Junction</a:t>
            </a:r>
            <a:r>
              <a:rPr sz="48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48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Events</a:t>
            </a:r>
            <a:r>
              <a:rPr sz="48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800" b="1" spc="-2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Students</a:t>
            </a:r>
            <a:r>
              <a:rPr sz="4800" b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4800" b="1" spc="-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800" b="1" spc="-10" dirty="0">
                <a:solidFill>
                  <a:srgbClr val="FFFFFF"/>
                </a:solidFill>
                <a:latin typeface="Arial"/>
                <a:cs typeface="Arial"/>
              </a:rPr>
              <a:t>Professionals</a:t>
            </a:r>
            <a:endParaRPr sz="4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8945" y="5198141"/>
            <a:ext cx="3034030" cy="3105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dirty="0">
                <a:solidFill>
                  <a:srgbClr val="A0AEBF"/>
                </a:solidFill>
                <a:latin typeface="Arial MT"/>
                <a:cs typeface="Arial MT"/>
              </a:rPr>
              <a:t>College</a:t>
            </a:r>
            <a:r>
              <a:rPr sz="1850" spc="15" dirty="0">
                <a:solidFill>
                  <a:srgbClr val="A0AEBF"/>
                </a:solidFill>
                <a:latin typeface="Arial MT"/>
                <a:cs typeface="Arial MT"/>
              </a:rPr>
              <a:t> </a:t>
            </a:r>
            <a:r>
              <a:rPr sz="1850" dirty="0">
                <a:solidFill>
                  <a:srgbClr val="A0AEBF"/>
                </a:solidFill>
                <a:latin typeface="Arial MT"/>
                <a:cs typeface="Arial MT"/>
              </a:rPr>
              <a:t>Project</a:t>
            </a:r>
            <a:r>
              <a:rPr sz="1850" spc="15" dirty="0">
                <a:solidFill>
                  <a:srgbClr val="A0AEBF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A0AEBF"/>
                </a:solidFill>
                <a:latin typeface="Arial MT"/>
                <a:cs typeface="Arial MT"/>
              </a:rPr>
              <a:t>Presentation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68825" y="6296659"/>
            <a:ext cx="3054350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KL</a:t>
            </a:r>
            <a:r>
              <a:rPr sz="1450" spc="-5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University</a:t>
            </a:r>
            <a:r>
              <a:rPr sz="1450" spc="409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|</a:t>
            </a:r>
            <a:r>
              <a:rPr sz="1450" spc="409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Project</a:t>
            </a:r>
            <a:r>
              <a:rPr sz="1450" spc="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708095"/>
                </a:solidFill>
                <a:latin typeface="Arial MT"/>
                <a:cs typeface="Arial MT"/>
              </a:rPr>
              <a:t>Presentation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581774"/>
            <a:ext cx="12192000" cy="276225"/>
          </a:xfrm>
          <a:custGeom>
            <a:avLst/>
            <a:gdLst/>
            <a:ahLst/>
            <a:cxnLst/>
            <a:rect l="l" t="t" r="r" b="b"/>
            <a:pathLst>
              <a:path w="12192000" h="276225">
                <a:moveTo>
                  <a:pt x="12191999" y="276224"/>
                </a:moveTo>
                <a:lnTo>
                  <a:pt x="0" y="2762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76224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44375" cy="1095375"/>
          </a:xfrm>
          <a:custGeom>
            <a:avLst/>
            <a:gdLst/>
            <a:ahLst/>
            <a:cxnLst/>
            <a:rect l="l" t="t" r="r" b="b"/>
            <a:pathLst>
              <a:path w="12144375" h="1095375">
                <a:moveTo>
                  <a:pt x="12144373" y="0"/>
                </a:moveTo>
                <a:lnTo>
                  <a:pt x="12144373" y="1095374"/>
                </a:lnTo>
                <a:lnTo>
                  <a:pt x="0" y="1095374"/>
                </a:lnTo>
                <a:lnTo>
                  <a:pt x="0" y="0"/>
                </a:lnTo>
                <a:lnTo>
                  <a:pt x="12144373" y="0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925"/>
            <a:ext cx="1990724" cy="6953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51026" y="448405"/>
            <a:ext cx="4017010" cy="4324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50" b="0" spc="-155" dirty="0">
                <a:latin typeface="Arial Black"/>
                <a:cs typeface="Arial Black"/>
              </a:rPr>
              <a:t>Project</a:t>
            </a:r>
            <a:r>
              <a:rPr sz="2650" b="0" spc="-165" dirty="0">
                <a:latin typeface="Arial Black"/>
                <a:cs typeface="Arial Black"/>
              </a:rPr>
              <a:t> </a:t>
            </a:r>
            <a:r>
              <a:rPr sz="2650" b="0" spc="-120" dirty="0">
                <a:latin typeface="Arial Black"/>
                <a:cs typeface="Arial Black"/>
              </a:rPr>
              <a:t>Presentation</a:t>
            </a:r>
            <a:r>
              <a:rPr sz="2650" b="0" spc="-160" dirty="0">
                <a:latin typeface="Arial Black"/>
                <a:cs typeface="Arial Black"/>
              </a:rPr>
              <a:t> </a:t>
            </a:r>
            <a:r>
              <a:rPr sz="2650" b="0" spc="-45" dirty="0">
                <a:latin typeface="Arial Black"/>
                <a:cs typeface="Arial Black"/>
              </a:rPr>
              <a:t>By</a:t>
            </a:r>
            <a:endParaRPr sz="265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85" dirty="0"/>
              <a:t>Team</a:t>
            </a:r>
            <a:r>
              <a:rPr spc="-175" dirty="0"/>
              <a:t> </a:t>
            </a:r>
            <a:r>
              <a:rPr spc="-105" dirty="0"/>
              <a:t>No.:</a:t>
            </a:r>
            <a:r>
              <a:rPr spc="-170" dirty="0"/>
              <a:t> </a:t>
            </a:r>
            <a:r>
              <a:rPr spc="-140" dirty="0"/>
              <a:t>[Add</a:t>
            </a:r>
            <a:r>
              <a:rPr spc="-175" dirty="0"/>
              <a:t> </a:t>
            </a:r>
            <a:r>
              <a:rPr spc="-100" dirty="0"/>
              <a:t>team</a:t>
            </a:r>
            <a:r>
              <a:rPr spc="-170" dirty="0"/>
              <a:t> </a:t>
            </a:r>
            <a:r>
              <a:rPr spc="-10" dirty="0"/>
              <a:t>number]</a:t>
            </a: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pc="-10" dirty="0"/>
          </a:p>
          <a:p>
            <a:pPr algn="ctr">
              <a:lnSpc>
                <a:spcPct val="100000"/>
              </a:lnSpc>
            </a:pPr>
            <a:r>
              <a:rPr spc="-265" dirty="0"/>
              <a:t>BATCH</a:t>
            </a:r>
            <a:r>
              <a:rPr spc="-165" dirty="0"/>
              <a:t> </a:t>
            </a:r>
            <a:r>
              <a:rPr spc="-10" dirty="0">
                <a:solidFill>
                  <a:srgbClr val="C31D3A"/>
                </a:solidFill>
                <a:latin typeface="Lucida Sans Unicode"/>
                <a:cs typeface="Lucida Sans Unicode"/>
              </a:rPr>
              <a:t>MEMBERS:</a:t>
            </a: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pc="-10" dirty="0">
              <a:solidFill>
                <a:srgbClr val="C31D3A"/>
              </a:solidFill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100" spc="-75" dirty="0">
                <a:latin typeface="Lucida Sans Unicode"/>
                <a:cs typeface="Lucida Sans Unicode"/>
              </a:rPr>
              <a:t>D.</a:t>
            </a:r>
            <a:r>
              <a:rPr sz="2100" spc="-105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SAI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BHASKAR—</a:t>
            </a:r>
            <a:r>
              <a:rPr sz="2100" spc="-55" dirty="0">
                <a:latin typeface="Lucida Sans Unicode"/>
                <a:cs typeface="Lucida Sans Unicode"/>
              </a:rPr>
              <a:t>Roll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20" dirty="0">
                <a:latin typeface="Lucida Sans Unicode"/>
                <a:cs typeface="Lucida Sans Unicode"/>
              </a:rPr>
              <a:t>No.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85" dirty="0">
                <a:latin typeface="Lucida Sans Unicode"/>
                <a:cs typeface="Lucida Sans Unicode"/>
              </a:rPr>
              <a:t>2520090098</a:t>
            </a:r>
            <a:endParaRPr sz="2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305"/>
              </a:spcBef>
            </a:pPr>
            <a:r>
              <a:rPr sz="2100" dirty="0">
                <a:latin typeface="Lucida Sans Unicode"/>
                <a:cs typeface="Lucida Sans Unicode"/>
              </a:rPr>
              <a:t>GUIDED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20" dirty="0">
                <a:latin typeface="Lucida Sans Unicode"/>
                <a:cs typeface="Lucida Sans Unicode"/>
              </a:rPr>
              <a:t>BY: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35" dirty="0">
                <a:latin typeface="Lucida Sans Unicode"/>
                <a:cs typeface="Lucida Sans Unicode"/>
              </a:rPr>
              <a:t>Khaja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Shareef</a:t>
            </a:r>
            <a:endParaRPr sz="2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9"/>
          <p:cNvGrpSpPr/>
          <p:nvPr/>
        </p:nvGrpSpPr>
        <p:grpSpPr>
          <a:xfrm>
            <a:off x="0" y="0"/>
            <a:ext cx="12192000" cy="1171575"/>
            <a:chOff x="0" y="0"/>
            <a:chExt cx="12192000" cy="1171575"/>
          </a:xfrm>
        </p:grpSpPr>
        <p:sp>
          <p:nvSpPr>
            <p:cNvPr id="10" name="object 10"/>
            <p:cNvSpPr/>
            <p:nvPr/>
          </p:nvSpPr>
          <p:spPr>
            <a:xfrm>
              <a:off x="0" y="0"/>
              <a:ext cx="12192000" cy="1095375"/>
            </a:xfrm>
            <a:custGeom>
              <a:avLst/>
              <a:gdLst/>
              <a:ahLst/>
              <a:cxnLst/>
              <a:rect l="l" t="t" r="r" b="b"/>
              <a:pathLst>
                <a:path w="12192000" h="1095375">
                  <a:moveTo>
                    <a:pt x="12191999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095374"/>
                  </a:lnTo>
                  <a:close/>
                </a:path>
              </a:pathLst>
            </a:custGeom>
            <a:solidFill>
              <a:srgbClr val="1A1A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1095374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1999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619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799" y="180975"/>
              <a:ext cx="1038224" cy="638174"/>
            </a:xfrm>
            <a:prstGeom prst="rect">
              <a:avLst/>
            </a:prstGeom>
          </p:spPr>
        </p:pic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30"/>
              </a:spcBef>
            </a:pPr>
            <a:r>
              <a:rPr sz="3700" spc="-10" dirty="0"/>
              <a:t>Introduction</a:t>
            </a:r>
            <a:endParaRPr sz="3700"/>
          </a:p>
        </p:txBody>
      </p:sp>
      <p:grpSp>
        <p:nvGrpSpPr>
          <p:cNvPr id="2" name="object 2"/>
          <p:cNvGrpSpPr/>
          <p:nvPr/>
        </p:nvGrpSpPr>
        <p:grpSpPr>
          <a:xfrm>
            <a:off x="259079" y="1426463"/>
            <a:ext cx="11725910" cy="5020310"/>
            <a:chOff x="259079" y="1426463"/>
            <a:chExt cx="11725910" cy="5020310"/>
          </a:xfrm>
        </p:grpSpPr>
        <p:sp>
          <p:nvSpPr>
            <p:cNvPr id="3" name="object 3"/>
            <p:cNvSpPr/>
            <p:nvPr/>
          </p:nvSpPr>
          <p:spPr>
            <a:xfrm>
              <a:off x="259079" y="1426463"/>
              <a:ext cx="4041775" cy="5020310"/>
            </a:xfrm>
            <a:custGeom>
              <a:avLst/>
              <a:gdLst/>
              <a:ahLst/>
              <a:cxnLst/>
              <a:rect l="l" t="t" r="r" b="b"/>
              <a:pathLst>
                <a:path w="4041775" h="5020310">
                  <a:moveTo>
                    <a:pt x="4041647" y="5020055"/>
                  </a:moveTo>
                  <a:lnTo>
                    <a:pt x="0" y="5020055"/>
                  </a:lnTo>
                  <a:lnTo>
                    <a:pt x="0" y="0"/>
                  </a:lnTo>
                  <a:lnTo>
                    <a:pt x="4041647" y="0"/>
                  </a:lnTo>
                  <a:lnTo>
                    <a:pt x="4041647" y="164210"/>
                  </a:lnTo>
                  <a:lnTo>
                    <a:pt x="372998" y="164210"/>
                  </a:lnTo>
                  <a:lnTo>
                    <a:pt x="359524" y="164861"/>
                  </a:lnTo>
                  <a:lnTo>
                    <a:pt x="320655" y="174622"/>
                  </a:lnTo>
                  <a:lnTo>
                    <a:pt x="286269" y="195205"/>
                  </a:lnTo>
                  <a:lnTo>
                    <a:pt x="259249" y="224985"/>
                  </a:lnTo>
                  <a:lnTo>
                    <a:pt x="242076" y="261344"/>
                  </a:lnTo>
                  <a:lnTo>
                    <a:pt x="236219" y="300989"/>
                  </a:lnTo>
                  <a:lnTo>
                    <a:pt x="236219" y="4647056"/>
                  </a:lnTo>
                  <a:lnTo>
                    <a:pt x="242076" y="4686701"/>
                  </a:lnTo>
                  <a:lnTo>
                    <a:pt x="259249" y="4723060"/>
                  </a:lnTo>
                  <a:lnTo>
                    <a:pt x="286269" y="4752840"/>
                  </a:lnTo>
                  <a:lnTo>
                    <a:pt x="320655" y="4773422"/>
                  </a:lnTo>
                  <a:lnTo>
                    <a:pt x="359524" y="4783184"/>
                  </a:lnTo>
                  <a:lnTo>
                    <a:pt x="372998" y="4783835"/>
                  </a:lnTo>
                  <a:lnTo>
                    <a:pt x="4041647" y="4783835"/>
                  </a:lnTo>
                  <a:lnTo>
                    <a:pt x="4041647" y="5020055"/>
                  </a:lnTo>
                  <a:close/>
                </a:path>
                <a:path w="4041775" h="5020310">
                  <a:moveTo>
                    <a:pt x="4041647" y="4783835"/>
                  </a:moveTo>
                  <a:lnTo>
                    <a:pt x="3737990" y="4783835"/>
                  </a:lnTo>
                  <a:lnTo>
                    <a:pt x="3751464" y="4783184"/>
                  </a:lnTo>
                  <a:lnTo>
                    <a:pt x="3764680" y="4781232"/>
                  </a:lnTo>
                  <a:lnTo>
                    <a:pt x="3802533" y="4767665"/>
                  </a:lnTo>
                  <a:lnTo>
                    <a:pt x="3834708" y="4743773"/>
                  </a:lnTo>
                  <a:lnTo>
                    <a:pt x="3858600" y="4711598"/>
                  </a:lnTo>
                  <a:lnTo>
                    <a:pt x="3872166" y="4673745"/>
                  </a:lnTo>
                  <a:lnTo>
                    <a:pt x="3874769" y="4647056"/>
                  </a:lnTo>
                  <a:lnTo>
                    <a:pt x="3874769" y="300989"/>
                  </a:lnTo>
                  <a:lnTo>
                    <a:pt x="3868912" y="261344"/>
                  </a:lnTo>
                  <a:lnTo>
                    <a:pt x="3851739" y="224985"/>
                  </a:lnTo>
                  <a:lnTo>
                    <a:pt x="3824720" y="195205"/>
                  </a:lnTo>
                  <a:lnTo>
                    <a:pt x="3790333" y="174622"/>
                  </a:lnTo>
                  <a:lnTo>
                    <a:pt x="3751464" y="164861"/>
                  </a:lnTo>
                  <a:lnTo>
                    <a:pt x="3737990" y="164210"/>
                  </a:lnTo>
                  <a:lnTo>
                    <a:pt x="4041647" y="164210"/>
                  </a:lnTo>
                  <a:lnTo>
                    <a:pt x="4041647" y="478383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5774" y="1581149"/>
              <a:ext cx="3657600" cy="4638675"/>
            </a:xfrm>
            <a:custGeom>
              <a:avLst/>
              <a:gdLst/>
              <a:ahLst/>
              <a:cxnLst/>
              <a:rect l="l" t="t" r="r" b="b"/>
              <a:pathLst>
                <a:path w="3657600" h="4638675">
                  <a:moveTo>
                    <a:pt x="3511295" y="4638674"/>
                  </a:moveTo>
                  <a:lnTo>
                    <a:pt x="146303" y="4638674"/>
                  </a:lnTo>
                  <a:lnTo>
                    <a:pt x="139116" y="4638498"/>
                  </a:lnTo>
                  <a:lnTo>
                    <a:pt x="97023" y="4630125"/>
                  </a:lnTo>
                  <a:lnTo>
                    <a:pt x="59143" y="4609878"/>
                  </a:lnTo>
                  <a:lnTo>
                    <a:pt x="28795" y="4579530"/>
                  </a:lnTo>
                  <a:lnTo>
                    <a:pt x="8548" y="4541649"/>
                  </a:lnTo>
                  <a:lnTo>
                    <a:pt x="175" y="4499558"/>
                  </a:lnTo>
                  <a:lnTo>
                    <a:pt x="0" y="4492370"/>
                  </a:lnTo>
                  <a:lnTo>
                    <a:pt x="0" y="146303"/>
                  </a:lnTo>
                  <a:lnTo>
                    <a:pt x="6298" y="103833"/>
                  </a:lnTo>
                  <a:lnTo>
                    <a:pt x="24656" y="65021"/>
                  </a:lnTo>
                  <a:lnTo>
                    <a:pt x="53488" y="33208"/>
                  </a:lnTo>
                  <a:lnTo>
                    <a:pt x="90315" y="11136"/>
                  </a:lnTo>
                  <a:lnTo>
                    <a:pt x="131963" y="702"/>
                  </a:lnTo>
                  <a:lnTo>
                    <a:pt x="146303" y="0"/>
                  </a:lnTo>
                  <a:lnTo>
                    <a:pt x="3511295" y="0"/>
                  </a:lnTo>
                  <a:lnTo>
                    <a:pt x="3553765" y="6298"/>
                  </a:lnTo>
                  <a:lnTo>
                    <a:pt x="3592577" y="24656"/>
                  </a:lnTo>
                  <a:lnTo>
                    <a:pt x="3624391" y="53488"/>
                  </a:lnTo>
                  <a:lnTo>
                    <a:pt x="3646462" y="90315"/>
                  </a:lnTo>
                  <a:lnTo>
                    <a:pt x="3656896" y="131963"/>
                  </a:lnTo>
                  <a:lnTo>
                    <a:pt x="3657599" y="146303"/>
                  </a:lnTo>
                  <a:lnTo>
                    <a:pt x="3657599" y="4492370"/>
                  </a:lnTo>
                  <a:lnTo>
                    <a:pt x="3651300" y="4534840"/>
                  </a:lnTo>
                  <a:lnTo>
                    <a:pt x="3632942" y="4573652"/>
                  </a:lnTo>
                  <a:lnTo>
                    <a:pt x="3604110" y="4605466"/>
                  </a:lnTo>
                  <a:lnTo>
                    <a:pt x="3567283" y="4627536"/>
                  </a:lnTo>
                  <a:lnTo>
                    <a:pt x="3525636" y="4637971"/>
                  </a:lnTo>
                  <a:lnTo>
                    <a:pt x="3511295" y="4638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96512" y="1426463"/>
              <a:ext cx="4041775" cy="5020310"/>
            </a:xfrm>
            <a:custGeom>
              <a:avLst/>
              <a:gdLst/>
              <a:ahLst/>
              <a:cxnLst/>
              <a:rect l="l" t="t" r="r" b="b"/>
              <a:pathLst>
                <a:path w="4041775" h="5020310">
                  <a:moveTo>
                    <a:pt x="4041647" y="5020055"/>
                  </a:moveTo>
                  <a:lnTo>
                    <a:pt x="0" y="5020055"/>
                  </a:lnTo>
                  <a:lnTo>
                    <a:pt x="0" y="0"/>
                  </a:lnTo>
                  <a:lnTo>
                    <a:pt x="4041647" y="0"/>
                  </a:lnTo>
                  <a:lnTo>
                    <a:pt x="4041647" y="164210"/>
                  </a:lnTo>
                  <a:lnTo>
                    <a:pt x="374141" y="164210"/>
                  </a:lnTo>
                  <a:lnTo>
                    <a:pt x="360667" y="164861"/>
                  </a:lnTo>
                  <a:lnTo>
                    <a:pt x="321798" y="174622"/>
                  </a:lnTo>
                  <a:lnTo>
                    <a:pt x="287412" y="195205"/>
                  </a:lnTo>
                  <a:lnTo>
                    <a:pt x="260392" y="224985"/>
                  </a:lnTo>
                  <a:lnTo>
                    <a:pt x="243219" y="261344"/>
                  </a:lnTo>
                  <a:lnTo>
                    <a:pt x="237362" y="300989"/>
                  </a:lnTo>
                  <a:lnTo>
                    <a:pt x="237362" y="4647056"/>
                  </a:lnTo>
                  <a:lnTo>
                    <a:pt x="243219" y="4686701"/>
                  </a:lnTo>
                  <a:lnTo>
                    <a:pt x="260392" y="4723060"/>
                  </a:lnTo>
                  <a:lnTo>
                    <a:pt x="287412" y="4752840"/>
                  </a:lnTo>
                  <a:lnTo>
                    <a:pt x="321798" y="4773422"/>
                  </a:lnTo>
                  <a:lnTo>
                    <a:pt x="360667" y="4783184"/>
                  </a:lnTo>
                  <a:lnTo>
                    <a:pt x="374141" y="4783835"/>
                  </a:lnTo>
                  <a:lnTo>
                    <a:pt x="4041647" y="4783835"/>
                  </a:lnTo>
                  <a:lnTo>
                    <a:pt x="4041647" y="5020055"/>
                  </a:lnTo>
                  <a:close/>
                </a:path>
                <a:path w="4041775" h="5020310">
                  <a:moveTo>
                    <a:pt x="4041647" y="4783835"/>
                  </a:moveTo>
                  <a:lnTo>
                    <a:pt x="3739133" y="4783835"/>
                  </a:lnTo>
                  <a:lnTo>
                    <a:pt x="3752607" y="4783184"/>
                  </a:lnTo>
                  <a:lnTo>
                    <a:pt x="3765822" y="4781232"/>
                  </a:lnTo>
                  <a:lnTo>
                    <a:pt x="3803676" y="4767665"/>
                  </a:lnTo>
                  <a:lnTo>
                    <a:pt x="3835851" y="4743773"/>
                  </a:lnTo>
                  <a:lnTo>
                    <a:pt x="3859743" y="4711598"/>
                  </a:lnTo>
                  <a:lnTo>
                    <a:pt x="3873309" y="4673745"/>
                  </a:lnTo>
                  <a:lnTo>
                    <a:pt x="3875912" y="4647056"/>
                  </a:lnTo>
                  <a:lnTo>
                    <a:pt x="3875912" y="300989"/>
                  </a:lnTo>
                  <a:lnTo>
                    <a:pt x="3870055" y="261344"/>
                  </a:lnTo>
                  <a:lnTo>
                    <a:pt x="3852882" y="224985"/>
                  </a:lnTo>
                  <a:lnTo>
                    <a:pt x="3825863" y="195205"/>
                  </a:lnTo>
                  <a:lnTo>
                    <a:pt x="3791476" y="174622"/>
                  </a:lnTo>
                  <a:lnTo>
                    <a:pt x="3752607" y="164861"/>
                  </a:lnTo>
                  <a:lnTo>
                    <a:pt x="3739133" y="164210"/>
                  </a:lnTo>
                  <a:lnTo>
                    <a:pt x="4041647" y="164210"/>
                  </a:lnTo>
                  <a:lnTo>
                    <a:pt x="4041647" y="478383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24349" y="1581149"/>
              <a:ext cx="3657600" cy="4638675"/>
            </a:xfrm>
            <a:custGeom>
              <a:avLst/>
              <a:gdLst/>
              <a:ahLst/>
              <a:cxnLst/>
              <a:rect l="l" t="t" r="r" b="b"/>
              <a:pathLst>
                <a:path w="3657600" h="4638675">
                  <a:moveTo>
                    <a:pt x="3511295" y="4638674"/>
                  </a:moveTo>
                  <a:lnTo>
                    <a:pt x="146303" y="4638674"/>
                  </a:lnTo>
                  <a:lnTo>
                    <a:pt x="139116" y="4638498"/>
                  </a:lnTo>
                  <a:lnTo>
                    <a:pt x="97022" y="4630125"/>
                  </a:lnTo>
                  <a:lnTo>
                    <a:pt x="59142" y="4609878"/>
                  </a:lnTo>
                  <a:lnTo>
                    <a:pt x="28795" y="4579530"/>
                  </a:lnTo>
                  <a:lnTo>
                    <a:pt x="8547" y="4541649"/>
                  </a:lnTo>
                  <a:lnTo>
                    <a:pt x="175" y="4499558"/>
                  </a:lnTo>
                  <a:lnTo>
                    <a:pt x="0" y="4492370"/>
                  </a:lnTo>
                  <a:lnTo>
                    <a:pt x="0" y="146303"/>
                  </a:lnTo>
                  <a:lnTo>
                    <a:pt x="6297" y="103833"/>
                  </a:lnTo>
                  <a:lnTo>
                    <a:pt x="24656" y="65021"/>
                  </a:lnTo>
                  <a:lnTo>
                    <a:pt x="53488" y="33208"/>
                  </a:lnTo>
                  <a:lnTo>
                    <a:pt x="90315" y="11136"/>
                  </a:lnTo>
                  <a:lnTo>
                    <a:pt x="131963" y="702"/>
                  </a:lnTo>
                  <a:lnTo>
                    <a:pt x="146303" y="0"/>
                  </a:lnTo>
                  <a:lnTo>
                    <a:pt x="3511295" y="0"/>
                  </a:lnTo>
                  <a:lnTo>
                    <a:pt x="3553765" y="6298"/>
                  </a:lnTo>
                  <a:lnTo>
                    <a:pt x="3592576" y="24656"/>
                  </a:lnTo>
                  <a:lnTo>
                    <a:pt x="3624390" y="53488"/>
                  </a:lnTo>
                  <a:lnTo>
                    <a:pt x="3646462" y="90315"/>
                  </a:lnTo>
                  <a:lnTo>
                    <a:pt x="3656896" y="131963"/>
                  </a:lnTo>
                  <a:lnTo>
                    <a:pt x="3657599" y="146303"/>
                  </a:lnTo>
                  <a:lnTo>
                    <a:pt x="3657599" y="4492370"/>
                  </a:lnTo>
                  <a:lnTo>
                    <a:pt x="3651299" y="4534840"/>
                  </a:lnTo>
                  <a:lnTo>
                    <a:pt x="3632941" y="4573652"/>
                  </a:lnTo>
                  <a:lnTo>
                    <a:pt x="3604110" y="4605466"/>
                  </a:lnTo>
                  <a:lnTo>
                    <a:pt x="3567283" y="4627536"/>
                  </a:lnTo>
                  <a:lnTo>
                    <a:pt x="3525635" y="4637971"/>
                  </a:lnTo>
                  <a:lnTo>
                    <a:pt x="3511295" y="4638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43087" y="1426463"/>
              <a:ext cx="4041775" cy="5020310"/>
            </a:xfrm>
            <a:custGeom>
              <a:avLst/>
              <a:gdLst/>
              <a:ahLst/>
              <a:cxnLst/>
              <a:rect l="l" t="t" r="r" b="b"/>
              <a:pathLst>
                <a:path w="4041775" h="5020310">
                  <a:moveTo>
                    <a:pt x="4041647" y="5020055"/>
                  </a:moveTo>
                  <a:lnTo>
                    <a:pt x="0" y="5020055"/>
                  </a:lnTo>
                  <a:lnTo>
                    <a:pt x="0" y="0"/>
                  </a:lnTo>
                  <a:lnTo>
                    <a:pt x="4041647" y="0"/>
                  </a:lnTo>
                  <a:lnTo>
                    <a:pt x="4041647" y="164210"/>
                  </a:lnTo>
                  <a:lnTo>
                    <a:pt x="375665" y="164210"/>
                  </a:lnTo>
                  <a:lnTo>
                    <a:pt x="362191" y="164861"/>
                  </a:lnTo>
                  <a:lnTo>
                    <a:pt x="323322" y="174622"/>
                  </a:lnTo>
                  <a:lnTo>
                    <a:pt x="288935" y="195205"/>
                  </a:lnTo>
                  <a:lnTo>
                    <a:pt x="261916" y="224985"/>
                  </a:lnTo>
                  <a:lnTo>
                    <a:pt x="244742" y="261344"/>
                  </a:lnTo>
                  <a:lnTo>
                    <a:pt x="238886" y="300989"/>
                  </a:lnTo>
                  <a:lnTo>
                    <a:pt x="238886" y="4647056"/>
                  </a:lnTo>
                  <a:lnTo>
                    <a:pt x="244742" y="4686701"/>
                  </a:lnTo>
                  <a:lnTo>
                    <a:pt x="261916" y="4723060"/>
                  </a:lnTo>
                  <a:lnTo>
                    <a:pt x="288935" y="4752840"/>
                  </a:lnTo>
                  <a:lnTo>
                    <a:pt x="323322" y="4773422"/>
                  </a:lnTo>
                  <a:lnTo>
                    <a:pt x="362191" y="4783184"/>
                  </a:lnTo>
                  <a:lnTo>
                    <a:pt x="375665" y="4783835"/>
                  </a:lnTo>
                  <a:lnTo>
                    <a:pt x="4041647" y="4783835"/>
                  </a:lnTo>
                  <a:lnTo>
                    <a:pt x="4041647" y="5020055"/>
                  </a:lnTo>
                  <a:close/>
                </a:path>
                <a:path w="4041775" h="5020310">
                  <a:moveTo>
                    <a:pt x="4041647" y="4783835"/>
                  </a:moveTo>
                  <a:lnTo>
                    <a:pt x="3740657" y="4783835"/>
                  </a:lnTo>
                  <a:lnTo>
                    <a:pt x="3754131" y="4783184"/>
                  </a:lnTo>
                  <a:lnTo>
                    <a:pt x="3767345" y="4781232"/>
                  </a:lnTo>
                  <a:lnTo>
                    <a:pt x="3805198" y="4767665"/>
                  </a:lnTo>
                  <a:lnTo>
                    <a:pt x="3837374" y="4743773"/>
                  </a:lnTo>
                  <a:lnTo>
                    <a:pt x="3861266" y="4711598"/>
                  </a:lnTo>
                  <a:lnTo>
                    <a:pt x="3874832" y="4673745"/>
                  </a:lnTo>
                  <a:lnTo>
                    <a:pt x="3877436" y="4647056"/>
                  </a:lnTo>
                  <a:lnTo>
                    <a:pt x="3877436" y="300989"/>
                  </a:lnTo>
                  <a:lnTo>
                    <a:pt x="3871578" y="261344"/>
                  </a:lnTo>
                  <a:lnTo>
                    <a:pt x="3854405" y="224985"/>
                  </a:lnTo>
                  <a:lnTo>
                    <a:pt x="3827386" y="195205"/>
                  </a:lnTo>
                  <a:lnTo>
                    <a:pt x="3792999" y="174622"/>
                  </a:lnTo>
                  <a:lnTo>
                    <a:pt x="3754131" y="164861"/>
                  </a:lnTo>
                  <a:lnTo>
                    <a:pt x="3740657" y="164210"/>
                  </a:lnTo>
                  <a:lnTo>
                    <a:pt x="4041647" y="164210"/>
                  </a:lnTo>
                  <a:lnTo>
                    <a:pt x="4041647" y="4783835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72449" y="1581149"/>
              <a:ext cx="3657600" cy="4638675"/>
            </a:xfrm>
            <a:custGeom>
              <a:avLst/>
              <a:gdLst/>
              <a:ahLst/>
              <a:cxnLst/>
              <a:rect l="l" t="t" r="r" b="b"/>
              <a:pathLst>
                <a:path w="3657600" h="4638675">
                  <a:moveTo>
                    <a:pt x="3511295" y="4638674"/>
                  </a:moveTo>
                  <a:lnTo>
                    <a:pt x="146303" y="4638674"/>
                  </a:lnTo>
                  <a:lnTo>
                    <a:pt x="139116" y="4638498"/>
                  </a:lnTo>
                  <a:lnTo>
                    <a:pt x="97022" y="4630125"/>
                  </a:lnTo>
                  <a:lnTo>
                    <a:pt x="59142" y="4609878"/>
                  </a:lnTo>
                  <a:lnTo>
                    <a:pt x="28795" y="4579530"/>
                  </a:lnTo>
                  <a:lnTo>
                    <a:pt x="8547" y="4541649"/>
                  </a:lnTo>
                  <a:lnTo>
                    <a:pt x="175" y="4499558"/>
                  </a:lnTo>
                  <a:lnTo>
                    <a:pt x="0" y="4492370"/>
                  </a:lnTo>
                  <a:lnTo>
                    <a:pt x="0" y="146303"/>
                  </a:lnTo>
                  <a:lnTo>
                    <a:pt x="6297" y="103833"/>
                  </a:lnTo>
                  <a:lnTo>
                    <a:pt x="24656" y="65021"/>
                  </a:lnTo>
                  <a:lnTo>
                    <a:pt x="53488" y="33208"/>
                  </a:lnTo>
                  <a:lnTo>
                    <a:pt x="90315" y="11136"/>
                  </a:lnTo>
                  <a:lnTo>
                    <a:pt x="131963" y="702"/>
                  </a:lnTo>
                  <a:lnTo>
                    <a:pt x="146303" y="0"/>
                  </a:lnTo>
                  <a:lnTo>
                    <a:pt x="3511295" y="0"/>
                  </a:lnTo>
                  <a:lnTo>
                    <a:pt x="3553764" y="6298"/>
                  </a:lnTo>
                  <a:lnTo>
                    <a:pt x="3592575" y="24656"/>
                  </a:lnTo>
                  <a:lnTo>
                    <a:pt x="3624390" y="53488"/>
                  </a:lnTo>
                  <a:lnTo>
                    <a:pt x="3646460" y="90315"/>
                  </a:lnTo>
                  <a:lnTo>
                    <a:pt x="3656896" y="131963"/>
                  </a:lnTo>
                  <a:lnTo>
                    <a:pt x="3657599" y="146303"/>
                  </a:lnTo>
                  <a:lnTo>
                    <a:pt x="3657599" y="4492370"/>
                  </a:lnTo>
                  <a:lnTo>
                    <a:pt x="3651299" y="4534840"/>
                  </a:lnTo>
                  <a:lnTo>
                    <a:pt x="3632941" y="4573652"/>
                  </a:lnTo>
                  <a:lnTo>
                    <a:pt x="3604109" y="4605466"/>
                  </a:lnTo>
                  <a:lnTo>
                    <a:pt x="3567283" y="4627536"/>
                  </a:lnTo>
                  <a:lnTo>
                    <a:pt x="3525635" y="4637971"/>
                  </a:lnTo>
                  <a:lnTo>
                    <a:pt x="3511295" y="4638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485774" y="1581149"/>
            <a:ext cx="3657600" cy="123825"/>
          </a:xfrm>
          <a:custGeom>
            <a:avLst/>
            <a:gdLst/>
            <a:ahLst/>
            <a:cxnLst/>
            <a:rect l="l" t="t" r="r" b="b"/>
            <a:pathLst>
              <a:path w="3657600" h="123825">
                <a:moveTo>
                  <a:pt x="3657599" y="123824"/>
                </a:moveTo>
                <a:lnTo>
                  <a:pt x="0" y="123824"/>
                </a:lnTo>
                <a:lnTo>
                  <a:pt x="0" y="0"/>
                </a:lnTo>
                <a:lnTo>
                  <a:pt x="3657599" y="0"/>
                </a:lnTo>
                <a:lnTo>
                  <a:pt x="3657599" y="123824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24349" y="1581149"/>
            <a:ext cx="3657600" cy="123825"/>
          </a:xfrm>
          <a:custGeom>
            <a:avLst/>
            <a:gdLst/>
            <a:ahLst/>
            <a:cxnLst/>
            <a:rect l="l" t="t" r="r" b="b"/>
            <a:pathLst>
              <a:path w="3657600" h="123825">
                <a:moveTo>
                  <a:pt x="3657599" y="123824"/>
                </a:moveTo>
                <a:lnTo>
                  <a:pt x="0" y="123824"/>
                </a:lnTo>
                <a:lnTo>
                  <a:pt x="0" y="0"/>
                </a:lnTo>
                <a:lnTo>
                  <a:pt x="3657599" y="0"/>
                </a:lnTo>
                <a:lnTo>
                  <a:pt x="3657599" y="123824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172449" y="1581149"/>
            <a:ext cx="3657600" cy="123825"/>
          </a:xfrm>
          <a:custGeom>
            <a:avLst/>
            <a:gdLst/>
            <a:ahLst/>
            <a:cxnLst/>
            <a:rect l="l" t="t" r="r" b="b"/>
            <a:pathLst>
              <a:path w="3657600" h="123825">
                <a:moveTo>
                  <a:pt x="3657599" y="123824"/>
                </a:moveTo>
                <a:lnTo>
                  <a:pt x="0" y="123824"/>
                </a:lnTo>
                <a:lnTo>
                  <a:pt x="0" y="0"/>
                </a:lnTo>
                <a:lnTo>
                  <a:pt x="3657599" y="0"/>
                </a:lnTo>
                <a:lnTo>
                  <a:pt x="3657599" y="123824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2009775"/>
            <a:ext cx="857249" cy="8572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67374" y="2009775"/>
            <a:ext cx="857249" cy="85724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05949" y="2009775"/>
            <a:ext cx="857249" cy="8572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619944" y="3212464"/>
            <a:ext cx="139255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b="1" dirty="0">
                <a:solidFill>
                  <a:srgbClr val="1A1A2E"/>
                </a:solidFill>
                <a:latin typeface="Arial"/>
                <a:cs typeface="Arial"/>
              </a:rPr>
              <a:t>What</a:t>
            </a:r>
            <a:r>
              <a:rPr sz="2100" b="1" spc="2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A1A2E"/>
                </a:solidFill>
                <a:latin typeface="Arial"/>
                <a:cs typeface="Arial"/>
              </a:rPr>
              <a:t>is</a:t>
            </a:r>
            <a:r>
              <a:rPr sz="2100" b="1" spc="2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2100" b="1" spc="-25" dirty="0">
                <a:solidFill>
                  <a:srgbClr val="1A1A2E"/>
                </a:solidFill>
                <a:latin typeface="Arial"/>
                <a:cs typeface="Arial"/>
              </a:rPr>
              <a:t>it?</a:t>
            </a:r>
            <a:endParaRPr sz="2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6674" y="3202939"/>
            <a:ext cx="282003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b="1" dirty="0">
                <a:solidFill>
                  <a:srgbClr val="1A1A2E"/>
                </a:solidFill>
                <a:latin typeface="Arial"/>
                <a:cs typeface="Arial"/>
              </a:rPr>
              <a:t>What</a:t>
            </a:r>
            <a:r>
              <a:rPr sz="2100" b="1" spc="2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A1A2E"/>
                </a:solidFill>
                <a:latin typeface="Arial"/>
                <a:cs typeface="Arial"/>
              </a:rPr>
              <a:t>does</a:t>
            </a:r>
            <a:r>
              <a:rPr sz="2100" b="1" spc="3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A1A2E"/>
                </a:solidFill>
                <a:latin typeface="Arial"/>
                <a:cs typeface="Arial"/>
              </a:rPr>
              <a:t>it</a:t>
            </a:r>
            <a:r>
              <a:rPr sz="2100" b="1" spc="3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1A1A2E"/>
                </a:solidFill>
                <a:latin typeface="Arial"/>
                <a:cs typeface="Arial"/>
              </a:rPr>
              <a:t>include?</a:t>
            </a:r>
            <a:endParaRPr sz="2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89888" y="3202939"/>
            <a:ext cx="241490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b="1" dirty="0">
                <a:solidFill>
                  <a:srgbClr val="1A1A2E"/>
                </a:solidFill>
                <a:latin typeface="Arial"/>
                <a:cs typeface="Arial"/>
              </a:rPr>
              <a:t>How</a:t>
            </a:r>
            <a:r>
              <a:rPr sz="2100" b="1" spc="2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A1A2E"/>
                </a:solidFill>
                <a:latin typeface="Arial"/>
                <a:cs typeface="Arial"/>
              </a:rPr>
              <a:t>does</a:t>
            </a:r>
            <a:r>
              <a:rPr sz="2100" b="1" spc="3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A1A2E"/>
                </a:solidFill>
                <a:latin typeface="Arial"/>
                <a:cs typeface="Arial"/>
              </a:rPr>
              <a:t>it</a:t>
            </a:r>
            <a:r>
              <a:rPr sz="2100" b="1" spc="3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1A1A2E"/>
                </a:solidFill>
                <a:latin typeface="Arial"/>
                <a:cs typeface="Arial"/>
              </a:rPr>
              <a:t>work?</a:t>
            </a:r>
            <a:endParaRPr sz="2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9176" y="3882453"/>
            <a:ext cx="2734310" cy="1080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01699"/>
              </a:lnSpc>
              <a:spcBef>
                <a:spcPts val="95"/>
              </a:spcBef>
            </a:pP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Junction</a:t>
            </a:r>
            <a:r>
              <a:rPr sz="1700" spc="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is</a:t>
            </a:r>
            <a:r>
              <a:rPr sz="1700" spc="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a</a:t>
            </a:r>
            <a:r>
              <a:rPr sz="1700" spc="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A5467"/>
                </a:solidFill>
                <a:latin typeface="Arial MT"/>
                <a:cs typeface="Arial MT"/>
              </a:rPr>
              <a:t>centralized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platform</a:t>
            </a:r>
            <a:r>
              <a:rPr sz="17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for</a:t>
            </a:r>
            <a:r>
              <a:rPr sz="17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discovering</a:t>
            </a:r>
            <a:r>
              <a:rPr sz="17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4A5467"/>
                </a:solidFill>
                <a:latin typeface="Arial MT"/>
                <a:cs typeface="Arial MT"/>
              </a:rPr>
              <a:t>and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booking</a:t>
            </a:r>
            <a:r>
              <a:rPr sz="17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curated</a:t>
            </a:r>
            <a:r>
              <a:rPr sz="17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events</a:t>
            </a:r>
            <a:r>
              <a:rPr sz="17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4A5467"/>
                </a:solidFill>
                <a:latin typeface="Arial MT"/>
                <a:cs typeface="Arial MT"/>
              </a:rPr>
              <a:t>for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students</a:t>
            </a:r>
            <a:r>
              <a:rPr sz="1700" spc="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700" spc="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A5467"/>
                </a:solidFill>
                <a:latin typeface="Arial MT"/>
                <a:cs typeface="Arial MT"/>
              </a:rPr>
              <a:t>professionals.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20914" y="4015803"/>
            <a:ext cx="3071495" cy="1080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699"/>
              </a:lnSpc>
              <a:spcBef>
                <a:spcPts val="95"/>
              </a:spcBef>
            </a:pP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Workshops,</a:t>
            </a:r>
            <a:r>
              <a:rPr sz="17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networking</a:t>
            </a:r>
            <a:r>
              <a:rPr sz="17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A5467"/>
                </a:solidFill>
                <a:latin typeface="Arial MT"/>
                <a:cs typeface="Arial MT"/>
              </a:rPr>
              <a:t>mixers,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hackathons,</a:t>
            </a:r>
            <a:r>
              <a:rPr sz="17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career</a:t>
            </a:r>
            <a:r>
              <a:rPr sz="17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A5467"/>
                </a:solidFill>
                <a:latin typeface="Arial MT"/>
                <a:cs typeface="Arial MT"/>
              </a:rPr>
              <a:t>fairs,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webinars,</a:t>
            </a:r>
            <a:r>
              <a:rPr sz="17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7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conferences</a:t>
            </a:r>
            <a:r>
              <a:rPr sz="17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4A5467"/>
                </a:solidFill>
                <a:latin typeface="Arial MT"/>
                <a:cs typeface="Arial MT"/>
              </a:rPr>
              <a:t>in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one</a:t>
            </a:r>
            <a:r>
              <a:rPr sz="1700" spc="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clear</a:t>
            </a:r>
            <a:r>
              <a:rPr sz="1700" spc="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A5467"/>
                </a:solidFill>
                <a:latin typeface="Arial MT"/>
                <a:cs typeface="Arial MT"/>
              </a:rPr>
              <a:t>experience.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40737" y="4015803"/>
            <a:ext cx="3112770" cy="813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1099"/>
              </a:lnSpc>
              <a:spcBef>
                <a:spcPts val="105"/>
              </a:spcBef>
            </a:pP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Users</a:t>
            </a:r>
            <a:r>
              <a:rPr sz="1700" spc="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explore</a:t>
            </a:r>
            <a:r>
              <a:rPr sz="1700" spc="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an</a:t>
            </a:r>
            <a:r>
              <a:rPr sz="1700" spc="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event,</a:t>
            </a:r>
            <a:r>
              <a:rPr sz="1700" spc="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A5467"/>
                </a:solidFill>
                <a:latin typeface="Arial MT"/>
                <a:cs typeface="Arial MT"/>
              </a:rPr>
              <a:t>choose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a</a:t>
            </a:r>
            <a:r>
              <a:rPr sz="1700" spc="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batch</a:t>
            </a:r>
            <a:r>
              <a:rPr sz="1700" spc="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or</a:t>
            </a:r>
            <a:r>
              <a:rPr sz="1700" spc="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speaker,</a:t>
            </a:r>
            <a:r>
              <a:rPr sz="1700" spc="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700" spc="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A5467"/>
                </a:solidFill>
                <a:latin typeface="Arial MT"/>
                <a:cs typeface="Arial MT"/>
              </a:rPr>
              <a:t>receive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an</a:t>
            </a:r>
            <a:r>
              <a:rPr sz="1700" spc="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instant</a:t>
            </a:r>
            <a:r>
              <a:rPr sz="1700" spc="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A5467"/>
                </a:solidFill>
                <a:latin typeface="Arial MT"/>
                <a:cs typeface="Arial MT"/>
              </a:rPr>
              <a:t>e-</a:t>
            </a:r>
            <a:r>
              <a:rPr sz="1700" spc="-10" dirty="0">
                <a:solidFill>
                  <a:srgbClr val="4A5467"/>
                </a:solidFill>
                <a:latin typeface="Arial MT"/>
                <a:cs typeface="Arial MT"/>
              </a:rPr>
              <a:t>ticket.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dirty="0"/>
              <a:t>Problem</a:t>
            </a:r>
            <a:r>
              <a:rPr sz="3700" spc="5" dirty="0"/>
              <a:t> </a:t>
            </a:r>
            <a:r>
              <a:rPr sz="3700" spc="-10" dirty="0"/>
              <a:t>Statement</a:t>
            </a:r>
            <a:endParaRPr sz="3700"/>
          </a:p>
        </p:txBody>
      </p:sp>
      <p:sp>
        <p:nvSpPr>
          <p:cNvPr id="3" name="object 3"/>
          <p:cNvSpPr/>
          <p:nvPr/>
        </p:nvSpPr>
        <p:spPr>
          <a:xfrm>
            <a:off x="0" y="1095374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23087" y="1350263"/>
            <a:ext cx="5831205" cy="1804670"/>
            <a:chOff x="323087" y="1350263"/>
            <a:chExt cx="5831205" cy="1804670"/>
          </a:xfrm>
        </p:grpSpPr>
        <p:sp>
          <p:nvSpPr>
            <p:cNvPr id="5" name="object 5"/>
            <p:cNvSpPr/>
            <p:nvPr/>
          </p:nvSpPr>
          <p:spPr>
            <a:xfrm>
              <a:off x="323087" y="1350263"/>
              <a:ext cx="5831205" cy="1804670"/>
            </a:xfrm>
            <a:custGeom>
              <a:avLst/>
              <a:gdLst/>
              <a:ahLst/>
              <a:cxnLst/>
              <a:rect l="l" t="t" r="r" b="b"/>
              <a:pathLst>
                <a:path w="5831205" h="1804670">
                  <a:moveTo>
                    <a:pt x="5830823" y="1804415"/>
                  </a:moveTo>
                  <a:lnTo>
                    <a:pt x="0" y="1804415"/>
                  </a:lnTo>
                  <a:lnTo>
                    <a:pt x="0" y="0"/>
                  </a:lnTo>
                  <a:lnTo>
                    <a:pt x="5830823" y="0"/>
                  </a:lnTo>
                  <a:lnTo>
                    <a:pt x="5830823" y="126110"/>
                  </a:lnTo>
                  <a:lnTo>
                    <a:pt x="284606" y="126110"/>
                  </a:lnTo>
                  <a:lnTo>
                    <a:pt x="273534" y="126645"/>
                  </a:lnTo>
                  <a:lnTo>
                    <a:pt x="231570" y="139397"/>
                  </a:lnTo>
                  <a:lnTo>
                    <a:pt x="197680" y="167237"/>
                  </a:lnTo>
                  <a:lnTo>
                    <a:pt x="177024" y="205927"/>
                  </a:lnTo>
                  <a:lnTo>
                    <a:pt x="172211" y="238505"/>
                  </a:lnTo>
                  <a:lnTo>
                    <a:pt x="172211" y="1518665"/>
                  </a:lnTo>
                  <a:lnTo>
                    <a:pt x="180767" y="1561677"/>
                  </a:lnTo>
                  <a:lnTo>
                    <a:pt x="205131" y="1598140"/>
                  </a:lnTo>
                  <a:lnTo>
                    <a:pt x="241595" y="1622505"/>
                  </a:lnTo>
                  <a:lnTo>
                    <a:pt x="284606" y="1631060"/>
                  </a:lnTo>
                  <a:lnTo>
                    <a:pt x="5830823" y="1631060"/>
                  </a:lnTo>
                  <a:lnTo>
                    <a:pt x="5830823" y="1804415"/>
                  </a:lnTo>
                  <a:close/>
                </a:path>
                <a:path w="5831205" h="1804670">
                  <a:moveTo>
                    <a:pt x="5830823" y="1631060"/>
                  </a:moveTo>
                  <a:lnTo>
                    <a:pt x="5593841" y="1631060"/>
                  </a:lnTo>
                  <a:lnTo>
                    <a:pt x="5604913" y="1630526"/>
                  </a:lnTo>
                  <a:lnTo>
                    <a:pt x="5615772" y="1628921"/>
                  </a:lnTo>
                  <a:lnTo>
                    <a:pt x="5656296" y="1612136"/>
                  </a:lnTo>
                  <a:lnTo>
                    <a:pt x="5687311" y="1581120"/>
                  </a:lnTo>
                  <a:lnTo>
                    <a:pt x="5704097" y="1540596"/>
                  </a:lnTo>
                  <a:lnTo>
                    <a:pt x="5706236" y="1518665"/>
                  </a:lnTo>
                  <a:lnTo>
                    <a:pt x="5706236" y="238505"/>
                  </a:lnTo>
                  <a:lnTo>
                    <a:pt x="5697680" y="195494"/>
                  </a:lnTo>
                  <a:lnTo>
                    <a:pt x="5673316" y="159030"/>
                  </a:lnTo>
                  <a:lnTo>
                    <a:pt x="5636853" y="134666"/>
                  </a:lnTo>
                  <a:lnTo>
                    <a:pt x="5593841" y="126110"/>
                  </a:lnTo>
                  <a:lnTo>
                    <a:pt x="5830823" y="126110"/>
                  </a:lnTo>
                  <a:lnTo>
                    <a:pt x="5830823" y="1631060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5774" y="1466850"/>
              <a:ext cx="5553075" cy="1524000"/>
            </a:xfrm>
            <a:custGeom>
              <a:avLst/>
              <a:gdLst/>
              <a:ahLst/>
              <a:cxnLst/>
              <a:rect l="l" t="t" r="r" b="b"/>
              <a:pathLst>
                <a:path w="5553075" h="1524000">
                  <a:moveTo>
                    <a:pt x="5439159" y="1523999"/>
                  </a:moveTo>
                  <a:lnTo>
                    <a:pt x="113914" y="1523999"/>
                  </a:lnTo>
                  <a:lnTo>
                    <a:pt x="105986" y="1523218"/>
                  </a:lnTo>
                  <a:lnTo>
                    <a:pt x="67867" y="1511655"/>
                  </a:lnTo>
                  <a:lnTo>
                    <a:pt x="30048" y="1482629"/>
                  </a:lnTo>
                  <a:lnTo>
                    <a:pt x="6217" y="1441339"/>
                  </a:lnTo>
                  <a:lnTo>
                    <a:pt x="0" y="1410084"/>
                  </a:lnTo>
                  <a:lnTo>
                    <a:pt x="0" y="1402079"/>
                  </a:lnTo>
                  <a:lnTo>
                    <a:pt x="0" y="113914"/>
                  </a:lnTo>
                  <a:lnTo>
                    <a:pt x="12344" y="67866"/>
                  </a:lnTo>
                  <a:lnTo>
                    <a:pt x="41370" y="30048"/>
                  </a:lnTo>
                  <a:lnTo>
                    <a:pt x="82659" y="6216"/>
                  </a:lnTo>
                  <a:lnTo>
                    <a:pt x="113914" y="0"/>
                  </a:lnTo>
                  <a:lnTo>
                    <a:pt x="5439159" y="0"/>
                  </a:lnTo>
                  <a:lnTo>
                    <a:pt x="5485206" y="12344"/>
                  </a:lnTo>
                  <a:lnTo>
                    <a:pt x="5523025" y="41370"/>
                  </a:lnTo>
                  <a:lnTo>
                    <a:pt x="5546855" y="82658"/>
                  </a:lnTo>
                  <a:lnTo>
                    <a:pt x="5553073" y="113914"/>
                  </a:lnTo>
                  <a:lnTo>
                    <a:pt x="5553073" y="1410084"/>
                  </a:lnTo>
                  <a:lnTo>
                    <a:pt x="5540729" y="1456132"/>
                  </a:lnTo>
                  <a:lnTo>
                    <a:pt x="5511703" y="1493950"/>
                  </a:lnTo>
                  <a:lnTo>
                    <a:pt x="5470414" y="1517782"/>
                  </a:lnTo>
                  <a:lnTo>
                    <a:pt x="5447087" y="1523218"/>
                  </a:lnTo>
                  <a:lnTo>
                    <a:pt x="5439159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5774" y="1466849"/>
              <a:ext cx="123825" cy="1524000"/>
            </a:xfrm>
            <a:custGeom>
              <a:avLst/>
              <a:gdLst/>
              <a:ahLst/>
              <a:cxnLst/>
              <a:rect l="l" t="t" r="r" b="b"/>
              <a:pathLst>
                <a:path w="123825" h="1524000">
                  <a:moveTo>
                    <a:pt x="123824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123824" y="0"/>
                  </a:lnTo>
                  <a:lnTo>
                    <a:pt x="123824" y="152399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0680" y="1674073"/>
            <a:ext cx="4429760" cy="95123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50" b="1" dirty="0">
                <a:solidFill>
                  <a:srgbClr val="1A1A2E"/>
                </a:solidFill>
                <a:latin typeface="Arial"/>
                <a:cs typeface="Arial"/>
              </a:rPr>
              <a:t>Scattered</a:t>
            </a:r>
            <a:r>
              <a:rPr sz="1850" b="1" spc="2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1A1A2E"/>
                </a:solidFill>
                <a:latin typeface="Arial"/>
                <a:cs typeface="Arial"/>
              </a:rPr>
              <a:t>Discovery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ts val="1880"/>
              </a:lnSpc>
              <a:spcBef>
                <a:spcPts val="680"/>
              </a:spcBef>
            </a:pP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Students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early-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career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professionals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discover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opportunities</a:t>
            </a:r>
            <a:r>
              <a:rPr sz="1600" spc="-5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across</a:t>
            </a:r>
            <a:r>
              <a:rPr sz="1600" spc="-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scattered</a:t>
            </a:r>
            <a:r>
              <a:rPr sz="1600" spc="-5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channels.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78295" y="1350263"/>
            <a:ext cx="5824855" cy="1804670"/>
            <a:chOff x="6178295" y="1350263"/>
            <a:chExt cx="5824855" cy="1804670"/>
          </a:xfrm>
        </p:grpSpPr>
        <p:sp>
          <p:nvSpPr>
            <p:cNvPr id="10" name="object 10"/>
            <p:cNvSpPr/>
            <p:nvPr/>
          </p:nvSpPr>
          <p:spPr>
            <a:xfrm>
              <a:off x="6178295" y="1350263"/>
              <a:ext cx="5824855" cy="1804670"/>
            </a:xfrm>
            <a:custGeom>
              <a:avLst/>
              <a:gdLst/>
              <a:ahLst/>
              <a:cxnLst/>
              <a:rect l="l" t="t" r="r" b="b"/>
              <a:pathLst>
                <a:path w="5824855" h="1804670">
                  <a:moveTo>
                    <a:pt x="5824727" y="1804415"/>
                  </a:moveTo>
                  <a:lnTo>
                    <a:pt x="0" y="1804415"/>
                  </a:lnTo>
                  <a:lnTo>
                    <a:pt x="0" y="0"/>
                  </a:lnTo>
                  <a:lnTo>
                    <a:pt x="5824727" y="0"/>
                  </a:lnTo>
                  <a:lnTo>
                    <a:pt x="5824727" y="126110"/>
                  </a:lnTo>
                  <a:lnTo>
                    <a:pt x="287273" y="126110"/>
                  </a:lnTo>
                  <a:lnTo>
                    <a:pt x="276201" y="126645"/>
                  </a:lnTo>
                  <a:lnTo>
                    <a:pt x="234237" y="139397"/>
                  </a:lnTo>
                  <a:lnTo>
                    <a:pt x="200347" y="167237"/>
                  </a:lnTo>
                  <a:lnTo>
                    <a:pt x="179690" y="205927"/>
                  </a:lnTo>
                  <a:lnTo>
                    <a:pt x="174878" y="238505"/>
                  </a:lnTo>
                  <a:lnTo>
                    <a:pt x="174878" y="1518665"/>
                  </a:lnTo>
                  <a:lnTo>
                    <a:pt x="183433" y="1561677"/>
                  </a:lnTo>
                  <a:lnTo>
                    <a:pt x="207798" y="1598140"/>
                  </a:lnTo>
                  <a:lnTo>
                    <a:pt x="244262" y="1622505"/>
                  </a:lnTo>
                  <a:lnTo>
                    <a:pt x="287273" y="1631060"/>
                  </a:lnTo>
                  <a:lnTo>
                    <a:pt x="5824727" y="1631060"/>
                  </a:lnTo>
                  <a:lnTo>
                    <a:pt x="5824727" y="1804415"/>
                  </a:lnTo>
                  <a:close/>
                </a:path>
                <a:path w="5824855" h="1804670">
                  <a:moveTo>
                    <a:pt x="5824727" y="1631060"/>
                  </a:moveTo>
                  <a:lnTo>
                    <a:pt x="5586983" y="1631060"/>
                  </a:lnTo>
                  <a:lnTo>
                    <a:pt x="5598055" y="1630526"/>
                  </a:lnTo>
                  <a:lnTo>
                    <a:pt x="5608914" y="1628921"/>
                  </a:lnTo>
                  <a:lnTo>
                    <a:pt x="5649437" y="1612136"/>
                  </a:lnTo>
                  <a:lnTo>
                    <a:pt x="5680453" y="1581120"/>
                  </a:lnTo>
                  <a:lnTo>
                    <a:pt x="5697239" y="1540596"/>
                  </a:lnTo>
                  <a:lnTo>
                    <a:pt x="5699378" y="1518665"/>
                  </a:lnTo>
                  <a:lnTo>
                    <a:pt x="5699378" y="238505"/>
                  </a:lnTo>
                  <a:lnTo>
                    <a:pt x="5690821" y="195494"/>
                  </a:lnTo>
                  <a:lnTo>
                    <a:pt x="5666458" y="159030"/>
                  </a:lnTo>
                  <a:lnTo>
                    <a:pt x="5629994" y="134666"/>
                  </a:lnTo>
                  <a:lnTo>
                    <a:pt x="5586983" y="126110"/>
                  </a:lnTo>
                  <a:lnTo>
                    <a:pt x="5824727" y="126110"/>
                  </a:lnTo>
                  <a:lnTo>
                    <a:pt x="5824727" y="1631060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43648" y="1466850"/>
              <a:ext cx="5543550" cy="1524000"/>
            </a:xfrm>
            <a:custGeom>
              <a:avLst/>
              <a:gdLst/>
              <a:ahLst/>
              <a:cxnLst/>
              <a:rect l="l" t="t" r="r" b="b"/>
              <a:pathLst>
                <a:path w="5543550" h="1524000">
                  <a:moveTo>
                    <a:pt x="5429635" y="1523999"/>
                  </a:moveTo>
                  <a:lnTo>
                    <a:pt x="113914" y="1523999"/>
                  </a:lnTo>
                  <a:lnTo>
                    <a:pt x="105986" y="1523218"/>
                  </a:lnTo>
                  <a:lnTo>
                    <a:pt x="67867" y="1511655"/>
                  </a:lnTo>
                  <a:lnTo>
                    <a:pt x="30049" y="1482629"/>
                  </a:lnTo>
                  <a:lnTo>
                    <a:pt x="6217" y="1441339"/>
                  </a:lnTo>
                  <a:lnTo>
                    <a:pt x="0" y="1410084"/>
                  </a:lnTo>
                  <a:lnTo>
                    <a:pt x="0" y="1402079"/>
                  </a:lnTo>
                  <a:lnTo>
                    <a:pt x="0" y="113914"/>
                  </a:lnTo>
                  <a:lnTo>
                    <a:pt x="12343" y="67866"/>
                  </a:lnTo>
                  <a:lnTo>
                    <a:pt x="41370" y="30048"/>
                  </a:lnTo>
                  <a:lnTo>
                    <a:pt x="82658" y="6216"/>
                  </a:lnTo>
                  <a:lnTo>
                    <a:pt x="113914" y="0"/>
                  </a:lnTo>
                  <a:lnTo>
                    <a:pt x="5429635" y="0"/>
                  </a:lnTo>
                  <a:lnTo>
                    <a:pt x="5475682" y="12344"/>
                  </a:lnTo>
                  <a:lnTo>
                    <a:pt x="5513500" y="41370"/>
                  </a:lnTo>
                  <a:lnTo>
                    <a:pt x="5537331" y="82658"/>
                  </a:lnTo>
                  <a:lnTo>
                    <a:pt x="5543548" y="113914"/>
                  </a:lnTo>
                  <a:lnTo>
                    <a:pt x="5543548" y="1410084"/>
                  </a:lnTo>
                  <a:lnTo>
                    <a:pt x="5531204" y="1456132"/>
                  </a:lnTo>
                  <a:lnTo>
                    <a:pt x="5502179" y="1493950"/>
                  </a:lnTo>
                  <a:lnTo>
                    <a:pt x="5460890" y="1517782"/>
                  </a:lnTo>
                  <a:lnTo>
                    <a:pt x="5437563" y="1523218"/>
                  </a:lnTo>
                  <a:lnTo>
                    <a:pt x="5429635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43649" y="1466849"/>
              <a:ext cx="114300" cy="1524000"/>
            </a:xfrm>
            <a:custGeom>
              <a:avLst/>
              <a:gdLst/>
              <a:ahLst/>
              <a:cxnLst/>
              <a:rect l="l" t="t" r="r" b="b"/>
              <a:pathLst>
                <a:path w="114300" h="1524000">
                  <a:moveTo>
                    <a:pt x="114299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114299" y="152399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92900" y="1750091"/>
            <a:ext cx="4787265" cy="798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1A1A2E"/>
                </a:solidFill>
                <a:latin typeface="Arial"/>
                <a:cs typeface="Arial"/>
              </a:rPr>
              <a:t>Hard</a:t>
            </a:r>
            <a:r>
              <a:rPr sz="1850" b="1" spc="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1A1A2E"/>
                </a:solidFill>
                <a:latin typeface="Arial"/>
                <a:cs typeface="Arial"/>
              </a:rPr>
              <a:t>to</a:t>
            </a:r>
            <a:r>
              <a:rPr sz="1850" b="1" spc="1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1A1A2E"/>
                </a:solidFill>
                <a:latin typeface="Arial"/>
                <a:cs typeface="Arial"/>
              </a:rPr>
              <a:t>Compare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ts val="1880"/>
              </a:lnSpc>
              <a:spcBef>
                <a:spcPts val="150"/>
              </a:spcBef>
            </a:pP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Event</a:t>
            </a:r>
            <a:r>
              <a:rPr sz="1600" spc="-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information,</a:t>
            </a:r>
            <a:r>
              <a:rPr sz="16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seat</a:t>
            </a:r>
            <a:r>
              <a:rPr sz="1600" spc="-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availability,</a:t>
            </a:r>
            <a:r>
              <a:rPr sz="16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speakers,</a:t>
            </a:r>
            <a:r>
              <a:rPr sz="1600" spc="-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pricing,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booking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details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are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not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always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easy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compare.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3087" y="3057143"/>
            <a:ext cx="5831205" cy="1801495"/>
            <a:chOff x="323087" y="3057143"/>
            <a:chExt cx="5831205" cy="1801495"/>
          </a:xfrm>
        </p:grpSpPr>
        <p:sp>
          <p:nvSpPr>
            <p:cNvPr id="15" name="object 15"/>
            <p:cNvSpPr/>
            <p:nvPr/>
          </p:nvSpPr>
          <p:spPr>
            <a:xfrm>
              <a:off x="323087" y="3057143"/>
              <a:ext cx="5831205" cy="1801495"/>
            </a:xfrm>
            <a:custGeom>
              <a:avLst/>
              <a:gdLst/>
              <a:ahLst/>
              <a:cxnLst/>
              <a:rect l="l" t="t" r="r" b="b"/>
              <a:pathLst>
                <a:path w="5831205" h="1801495">
                  <a:moveTo>
                    <a:pt x="5830823" y="1801367"/>
                  </a:moveTo>
                  <a:lnTo>
                    <a:pt x="0" y="1801367"/>
                  </a:lnTo>
                  <a:lnTo>
                    <a:pt x="0" y="0"/>
                  </a:lnTo>
                  <a:lnTo>
                    <a:pt x="5830823" y="0"/>
                  </a:lnTo>
                  <a:lnTo>
                    <a:pt x="5830823" y="124205"/>
                  </a:lnTo>
                  <a:lnTo>
                    <a:pt x="284606" y="124205"/>
                  </a:lnTo>
                  <a:lnTo>
                    <a:pt x="273534" y="124740"/>
                  </a:lnTo>
                  <a:lnTo>
                    <a:pt x="231570" y="137492"/>
                  </a:lnTo>
                  <a:lnTo>
                    <a:pt x="197680" y="165332"/>
                  </a:lnTo>
                  <a:lnTo>
                    <a:pt x="177024" y="204022"/>
                  </a:lnTo>
                  <a:lnTo>
                    <a:pt x="172211" y="236600"/>
                  </a:lnTo>
                  <a:lnTo>
                    <a:pt x="172211" y="1516760"/>
                  </a:lnTo>
                  <a:lnTo>
                    <a:pt x="180767" y="1559772"/>
                  </a:lnTo>
                  <a:lnTo>
                    <a:pt x="205131" y="1596235"/>
                  </a:lnTo>
                  <a:lnTo>
                    <a:pt x="241595" y="1620599"/>
                  </a:lnTo>
                  <a:lnTo>
                    <a:pt x="284606" y="1629155"/>
                  </a:lnTo>
                  <a:lnTo>
                    <a:pt x="5830823" y="1629155"/>
                  </a:lnTo>
                  <a:lnTo>
                    <a:pt x="5830823" y="1801367"/>
                  </a:lnTo>
                  <a:close/>
                </a:path>
                <a:path w="5831205" h="1801495">
                  <a:moveTo>
                    <a:pt x="5830823" y="1629155"/>
                  </a:moveTo>
                  <a:lnTo>
                    <a:pt x="5593841" y="1629155"/>
                  </a:lnTo>
                  <a:lnTo>
                    <a:pt x="5604913" y="1628621"/>
                  </a:lnTo>
                  <a:lnTo>
                    <a:pt x="5615772" y="1627016"/>
                  </a:lnTo>
                  <a:lnTo>
                    <a:pt x="5656296" y="1610231"/>
                  </a:lnTo>
                  <a:lnTo>
                    <a:pt x="5687311" y="1579215"/>
                  </a:lnTo>
                  <a:lnTo>
                    <a:pt x="5704097" y="1538692"/>
                  </a:lnTo>
                  <a:lnTo>
                    <a:pt x="5706236" y="1516760"/>
                  </a:lnTo>
                  <a:lnTo>
                    <a:pt x="5706236" y="236600"/>
                  </a:lnTo>
                  <a:lnTo>
                    <a:pt x="5697680" y="193588"/>
                  </a:lnTo>
                  <a:lnTo>
                    <a:pt x="5673316" y="157125"/>
                  </a:lnTo>
                  <a:lnTo>
                    <a:pt x="5636853" y="132761"/>
                  </a:lnTo>
                  <a:lnTo>
                    <a:pt x="5593841" y="124205"/>
                  </a:lnTo>
                  <a:lnTo>
                    <a:pt x="5830823" y="124205"/>
                  </a:lnTo>
                  <a:lnTo>
                    <a:pt x="5830823" y="1629155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5774" y="3171824"/>
              <a:ext cx="5553075" cy="1524000"/>
            </a:xfrm>
            <a:custGeom>
              <a:avLst/>
              <a:gdLst/>
              <a:ahLst/>
              <a:cxnLst/>
              <a:rect l="l" t="t" r="r" b="b"/>
              <a:pathLst>
                <a:path w="5553075" h="1524000">
                  <a:moveTo>
                    <a:pt x="5439159" y="1523999"/>
                  </a:moveTo>
                  <a:lnTo>
                    <a:pt x="113914" y="1523999"/>
                  </a:lnTo>
                  <a:lnTo>
                    <a:pt x="105986" y="1523218"/>
                  </a:lnTo>
                  <a:lnTo>
                    <a:pt x="67867" y="1511655"/>
                  </a:lnTo>
                  <a:lnTo>
                    <a:pt x="30048" y="1482629"/>
                  </a:lnTo>
                  <a:lnTo>
                    <a:pt x="6217" y="1441340"/>
                  </a:lnTo>
                  <a:lnTo>
                    <a:pt x="0" y="1410085"/>
                  </a:lnTo>
                  <a:lnTo>
                    <a:pt x="0" y="1402079"/>
                  </a:lnTo>
                  <a:lnTo>
                    <a:pt x="0" y="113914"/>
                  </a:lnTo>
                  <a:lnTo>
                    <a:pt x="12344" y="67867"/>
                  </a:lnTo>
                  <a:lnTo>
                    <a:pt x="41370" y="30048"/>
                  </a:lnTo>
                  <a:lnTo>
                    <a:pt x="82659" y="6216"/>
                  </a:lnTo>
                  <a:lnTo>
                    <a:pt x="113914" y="0"/>
                  </a:lnTo>
                  <a:lnTo>
                    <a:pt x="5439159" y="0"/>
                  </a:lnTo>
                  <a:lnTo>
                    <a:pt x="5485206" y="12343"/>
                  </a:lnTo>
                  <a:lnTo>
                    <a:pt x="5523025" y="41370"/>
                  </a:lnTo>
                  <a:lnTo>
                    <a:pt x="5546855" y="82658"/>
                  </a:lnTo>
                  <a:lnTo>
                    <a:pt x="5553073" y="113914"/>
                  </a:lnTo>
                  <a:lnTo>
                    <a:pt x="5553073" y="1410085"/>
                  </a:lnTo>
                  <a:lnTo>
                    <a:pt x="5540729" y="1456131"/>
                  </a:lnTo>
                  <a:lnTo>
                    <a:pt x="5511703" y="1493950"/>
                  </a:lnTo>
                  <a:lnTo>
                    <a:pt x="5470414" y="1517781"/>
                  </a:lnTo>
                  <a:lnTo>
                    <a:pt x="5447087" y="1523218"/>
                  </a:lnTo>
                  <a:lnTo>
                    <a:pt x="5439159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5774" y="3171824"/>
              <a:ext cx="123825" cy="1524000"/>
            </a:xfrm>
            <a:custGeom>
              <a:avLst/>
              <a:gdLst/>
              <a:ahLst/>
              <a:cxnLst/>
              <a:rect l="l" t="t" r="r" b="b"/>
              <a:pathLst>
                <a:path w="123825" h="1524000">
                  <a:moveTo>
                    <a:pt x="123824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123824" y="0"/>
                  </a:lnTo>
                  <a:lnTo>
                    <a:pt x="123824" y="152399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40680" y="3379048"/>
            <a:ext cx="4452620" cy="96075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50" b="1" dirty="0">
                <a:solidFill>
                  <a:srgbClr val="1A1A2E"/>
                </a:solidFill>
                <a:latin typeface="Arial"/>
                <a:cs typeface="Arial"/>
              </a:rPr>
              <a:t>Attendance</a:t>
            </a:r>
            <a:r>
              <a:rPr sz="1850" b="1" spc="4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1A1A2E"/>
                </a:solidFill>
                <a:latin typeface="Arial"/>
                <a:cs typeface="Arial"/>
              </a:rPr>
              <a:t>Uncertainty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1600"/>
              </a:lnSpc>
              <a:spcBef>
                <a:spcPts val="550"/>
              </a:spcBef>
            </a:pP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Manual</a:t>
            </a:r>
            <a:r>
              <a:rPr sz="1600" spc="-5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coordination</a:t>
            </a:r>
            <a:r>
              <a:rPr sz="1600" spc="-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creates</a:t>
            </a:r>
            <a:r>
              <a:rPr sz="1600" spc="-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uncertainty</a:t>
            </a:r>
            <a:r>
              <a:rPr sz="1600" spc="-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between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interest,</a:t>
            </a:r>
            <a:r>
              <a:rPr sz="1600" spc="-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registration,</a:t>
            </a:r>
            <a:r>
              <a:rPr sz="1600" spc="-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600" spc="-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attendance.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78295" y="3057143"/>
            <a:ext cx="5824855" cy="1801495"/>
            <a:chOff x="6178295" y="3057143"/>
            <a:chExt cx="5824855" cy="1801495"/>
          </a:xfrm>
        </p:grpSpPr>
        <p:sp>
          <p:nvSpPr>
            <p:cNvPr id="20" name="object 20"/>
            <p:cNvSpPr/>
            <p:nvPr/>
          </p:nvSpPr>
          <p:spPr>
            <a:xfrm>
              <a:off x="6178295" y="3057143"/>
              <a:ext cx="5824855" cy="1801495"/>
            </a:xfrm>
            <a:custGeom>
              <a:avLst/>
              <a:gdLst/>
              <a:ahLst/>
              <a:cxnLst/>
              <a:rect l="l" t="t" r="r" b="b"/>
              <a:pathLst>
                <a:path w="5824855" h="1801495">
                  <a:moveTo>
                    <a:pt x="5824727" y="1801367"/>
                  </a:moveTo>
                  <a:lnTo>
                    <a:pt x="0" y="1801367"/>
                  </a:lnTo>
                  <a:lnTo>
                    <a:pt x="0" y="0"/>
                  </a:lnTo>
                  <a:lnTo>
                    <a:pt x="5824727" y="0"/>
                  </a:lnTo>
                  <a:lnTo>
                    <a:pt x="5824727" y="124205"/>
                  </a:lnTo>
                  <a:lnTo>
                    <a:pt x="287273" y="124205"/>
                  </a:lnTo>
                  <a:lnTo>
                    <a:pt x="276201" y="124740"/>
                  </a:lnTo>
                  <a:lnTo>
                    <a:pt x="234237" y="137492"/>
                  </a:lnTo>
                  <a:lnTo>
                    <a:pt x="200347" y="165332"/>
                  </a:lnTo>
                  <a:lnTo>
                    <a:pt x="179690" y="204022"/>
                  </a:lnTo>
                  <a:lnTo>
                    <a:pt x="174878" y="236600"/>
                  </a:lnTo>
                  <a:lnTo>
                    <a:pt x="174878" y="1516760"/>
                  </a:lnTo>
                  <a:lnTo>
                    <a:pt x="183433" y="1559772"/>
                  </a:lnTo>
                  <a:lnTo>
                    <a:pt x="207798" y="1596235"/>
                  </a:lnTo>
                  <a:lnTo>
                    <a:pt x="244261" y="1620599"/>
                  </a:lnTo>
                  <a:lnTo>
                    <a:pt x="287273" y="1629155"/>
                  </a:lnTo>
                  <a:lnTo>
                    <a:pt x="5824727" y="1629155"/>
                  </a:lnTo>
                  <a:lnTo>
                    <a:pt x="5824727" y="1801367"/>
                  </a:lnTo>
                  <a:close/>
                </a:path>
                <a:path w="5824855" h="1801495">
                  <a:moveTo>
                    <a:pt x="5824727" y="1629155"/>
                  </a:moveTo>
                  <a:lnTo>
                    <a:pt x="5586983" y="1629155"/>
                  </a:lnTo>
                  <a:lnTo>
                    <a:pt x="5598055" y="1628621"/>
                  </a:lnTo>
                  <a:lnTo>
                    <a:pt x="5608914" y="1627016"/>
                  </a:lnTo>
                  <a:lnTo>
                    <a:pt x="5649437" y="1610231"/>
                  </a:lnTo>
                  <a:lnTo>
                    <a:pt x="5680453" y="1579215"/>
                  </a:lnTo>
                  <a:lnTo>
                    <a:pt x="5697239" y="1538692"/>
                  </a:lnTo>
                  <a:lnTo>
                    <a:pt x="5699378" y="1516760"/>
                  </a:lnTo>
                  <a:lnTo>
                    <a:pt x="5699378" y="236600"/>
                  </a:lnTo>
                  <a:lnTo>
                    <a:pt x="5690821" y="193588"/>
                  </a:lnTo>
                  <a:lnTo>
                    <a:pt x="5666458" y="157125"/>
                  </a:lnTo>
                  <a:lnTo>
                    <a:pt x="5629994" y="132761"/>
                  </a:lnTo>
                  <a:lnTo>
                    <a:pt x="5586983" y="124205"/>
                  </a:lnTo>
                  <a:lnTo>
                    <a:pt x="5824727" y="124205"/>
                  </a:lnTo>
                  <a:lnTo>
                    <a:pt x="5824727" y="1629155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43648" y="3171824"/>
              <a:ext cx="5543550" cy="1524000"/>
            </a:xfrm>
            <a:custGeom>
              <a:avLst/>
              <a:gdLst/>
              <a:ahLst/>
              <a:cxnLst/>
              <a:rect l="l" t="t" r="r" b="b"/>
              <a:pathLst>
                <a:path w="5543550" h="1524000">
                  <a:moveTo>
                    <a:pt x="5429635" y="1523999"/>
                  </a:moveTo>
                  <a:lnTo>
                    <a:pt x="113914" y="1523999"/>
                  </a:lnTo>
                  <a:lnTo>
                    <a:pt x="105986" y="1523218"/>
                  </a:lnTo>
                  <a:lnTo>
                    <a:pt x="67867" y="1511655"/>
                  </a:lnTo>
                  <a:lnTo>
                    <a:pt x="30049" y="1482629"/>
                  </a:lnTo>
                  <a:lnTo>
                    <a:pt x="6217" y="1441340"/>
                  </a:lnTo>
                  <a:lnTo>
                    <a:pt x="0" y="1410085"/>
                  </a:lnTo>
                  <a:lnTo>
                    <a:pt x="0" y="1402079"/>
                  </a:lnTo>
                  <a:lnTo>
                    <a:pt x="0" y="113914"/>
                  </a:lnTo>
                  <a:lnTo>
                    <a:pt x="12343" y="67867"/>
                  </a:lnTo>
                  <a:lnTo>
                    <a:pt x="41370" y="30048"/>
                  </a:lnTo>
                  <a:lnTo>
                    <a:pt x="82658" y="6216"/>
                  </a:lnTo>
                  <a:lnTo>
                    <a:pt x="113914" y="0"/>
                  </a:lnTo>
                  <a:lnTo>
                    <a:pt x="5429635" y="0"/>
                  </a:lnTo>
                  <a:lnTo>
                    <a:pt x="5475682" y="12343"/>
                  </a:lnTo>
                  <a:lnTo>
                    <a:pt x="5513500" y="41370"/>
                  </a:lnTo>
                  <a:lnTo>
                    <a:pt x="5537331" y="82658"/>
                  </a:lnTo>
                  <a:lnTo>
                    <a:pt x="5543548" y="113914"/>
                  </a:lnTo>
                  <a:lnTo>
                    <a:pt x="5543548" y="1410085"/>
                  </a:lnTo>
                  <a:lnTo>
                    <a:pt x="5531204" y="1456131"/>
                  </a:lnTo>
                  <a:lnTo>
                    <a:pt x="5502179" y="1493950"/>
                  </a:lnTo>
                  <a:lnTo>
                    <a:pt x="5460890" y="1517781"/>
                  </a:lnTo>
                  <a:lnTo>
                    <a:pt x="5437563" y="1523218"/>
                  </a:lnTo>
                  <a:lnTo>
                    <a:pt x="5429635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43649" y="3171824"/>
              <a:ext cx="114300" cy="1524000"/>
            </a:xfrm>
            <a:custGeom>
              <a:avLst/>
              <a:gdLst/>
              <a:ahLst/>
              <a:cxnLst/>
              <a:rect l="l" t="t" r="r" b="b"/>
              <a:pathLst>
                <a:path w="114300" h="1524000">
                  <a:moveTo>
                    <a:pt x="114299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114299" y="152399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692900" y="3379048"/>
            <a:ext cx="4893310" cy="96075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50" b="1" dirty="0">
                <a:solidFill>
                  <a:srgbClr val="1A1A2E"/>
                </a:solidFill>
                <a:latin typeface="Arial"/>
                <a:cs typeface="Arial"/>
              </a:rPr>
              <a:t>One</a:t>
            </a:r>
            <a:r>
              <a:rPr sz="1850" b="1" spc="3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1A1A2E"/>
                </a:solidFill>
                <a:latin typeface="Arial"/>
                <a:cs typeface="Arial"/>
              </a:rPr>
              <a:t>Organized</a:t>
            </a:r>
            <a:r>
              <a:rPr sz="1850" b="1" spc="3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1A1A2E"/>
                </a:solidFill>
                <a:latin typeface="Arial"/>
                <a:cs typeface="Arial"/>
              </a:rPr>
              <a:t>Catalog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1600"/>
              </a:lnSpc>
              <a:spcBef>
                <a:spcPts val="550"/>
              </a:spcBef>
            </a:pP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Junction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brings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event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opportunities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into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one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organized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discovery</a:t>
            </a:r>
            <a:r>
              <a:rPr sz="16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experience.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23087" y="4760975"/>
            <a:ext cx="5831205" cy="1804670"/>
            <a:chOff x="323087" y="4760975"/>
            <a:chExt cx="5831205" cy="1804670"/>
          </a:xfrm>
        </p:grpSpPr>
        <p:sp>
          <p:nvSpPr>
            <p:cNvPr id="25" name="object 25"/>
            <p:cNvSpPr/>
            <p:nvPr/>
          </p:nvSpPr>
          <p:spPr>
            <a:xfrm>
              <a:off x="323087" y="4760975"/>
              <a:ext cx="5831205" cy="1804670"/>
            </a:xfrm>
            <a:custGeom>
              <a:avLst/>
              <a:gdLst/>
              <a:ahLst/>
              <a:cxnLst/>
              <a:rect l="l" t="t" r="r" b="b"/>
              <a:pathLst>
                <a:path w="5831205" h="1804670">
                  <a:moveTo>
                    <a:pt x="5830823" y="1804415"/>
                  </a:moveTo>
                  <a:lnTo>
                    <a:pt x="0" y="1804415"/>
                  </a:lnTo>
                  <a:lnTo>
                    <a:pt x="0" y="0"/>
                  </a:lnTo>
                  <a:lnTo>
                    <a:pt x="5830823" y="0"/>
                  </a:lnTo>
                  <a:lnTo>
                    <a:pt x="5830823" y="125348"/>
                  </a:lnTo>
                  <a:lnTo>
                    <a:pt x="284606" y="125348"/>
                  </a:lnTo>
                  <a:lnTo>
                    <a:pt x="273534" y="125883"/>
                  </a:lnTo>
                  <a:lnTo>
                    <a:pt x="231570" y="138635"/>
                  </a:lnTo>
                  <a:lnTo>
                    <a:pt x="197680" y="166475"/>
                  </a:lnTo>
                  <a:lnTo>
                    <a:pt x="177024" y="205165"/>
                  </a:lnTo>
                  <a:lnTo>
                    <a:pt x="172211" y="237743"/>
                  </a:lnTo>
                  <a:lnTo>
                    <a:pt x="172211" y="1517903"/>
                  </a:lnTo>
                  <a:lnTo>
                    <a:pt x="180767" y="1560914"/>
                  </a:lnTo>
                  <a:lnTo>
                    <a:pt x="205131" y="1597378"/>
                  </a:lnTo>
                  <a:lnTo>
                    <a:pt x="241595" y="1621741"/>
                  </a:lnTo>
                  <a:lnTo>
                    <a:pt x="284606" y="1630298"/>
                  </a:lnTo>
                  <a:lnTo>
                    <a:pt x="5830823" y="1630298"/>
                  </a:lnTo>
                  <a:lnTo>
                    <a:pt x="5830823" y="1804415"/>
                  </a:lnTo>
                  <a:close/>
                </a:path>
                <a:path w="5831205" h="1804670">
                  <a:moveTo>
                    <a:pt x="5830823" y="1630298"/>
                  </a:moveTo>
                  <a:lnTo>
                    <a:pt x="5593841" y="1630298"/>
                  </a:lnTo>
                  <a:lnTo>
                    <a:pt x="5604913" y="1629763"/>
                  </a:lnTo>
                  <a:lnTo>
                    <a:pt x="5615772" y="1628159"/>
                  </a:lnTo>
                  <a:lnTo>
                    <a:pt x="5656296" y="1611373"/>
                  </a:lnTo>
                  <a:lnTo>
                    <a:pt x="5687311" y="1580358"/>
                  </a:lnTo>
                  <a:lnTo>
                    <a:pt x="5704097" y="1539834"/>
                  </a:lnTo>
                  <a:lnTo>
                    <a:pt x="5706236" y="1517903"/>
                  </a:lnTo>
                  <a:lnTo>
                    <a:pt x="5706236" y="237743"/>
                  </a:lnTo>
                  <a:lnTo>
                    <a:pt x="5697680" y="194731"/>
                  </a:lnTo>
                  <a:lnTo>
                    <a:pt x="5673316" y="158268"/>
                  </a:lnTo>
                  <a:lnTo>
                    <a:pt x="5636853" y="133904"/>
                  </a:lnTo>
                  <a:lnTo>
                    <a:pt x="5593841" y="125348"/>
                  </a:lnTo>
                  <a:lnTo>
                    <a:pt x="5830823" y="125348"/>
                  </a:lnTo>
                  <a:lnTo>
                    <a:pt x="5830823" y="1630298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5774" y="4876799"/>
              <a:ext cx="5553075" cy="1524000"/>
            </a:xfrm>
            <a:custGeom>
              <a:avLst/>
              <a:gdLst/>
              <a:ahLst/>
              <a:cxnLst/>
              <a:rect l="l" t="t" r="r" b="b"/>
              <a:pathLst>
                <a:path w="5553075" h="1524000">
                  <a:moveTo>
                    <a:pt x="5439159" y="1523999"/>
                  </a:moveTo>
                  <a:lnTo>
                    <a:pt x="113914" y="1523999"/>
                  </a:lnTo>
                  <a:lnTo>
                    <a:pt x="105986" y="1523218"/>
                  </a:lnTo>
                  <a:lnTo>
                    <a:pt x="67867" y="1511654"/>
                  </a:lnTo>
                  <a:lnTo>
                    <a:pt x="30048" y="1482629"/>
                  </a:lnTo>
                  <a:lnTo>
                    <a:pt x="6217" y="1441339"/>
                  </a:lnTo>
                  <a:lnTo>
                    <a:pt x="0" y="1410084"/>
                  </a:lnTo>
                  <a:lnTo>
                    <a:pt x="0" y="1402079"/>
                  </a:lnTo>
                  <a:lnTo>
                    <a:pt x="0" y="113913"/>
                  </a:lnTo>
                  <a:lnTo>
                    <a:pt x="12344" y="67866"/>
                  </a:lnTo>
                  <a:lnTo>
                    <a:pt x="41370" y="30048"/>
                  </a:lnTo>
                  <a:lnTo>
                    <a:pt x="82659" y="6217"/>
                  </a:lnTo>
                  <a:lnTo>
                    <a:pt x="113914" y="0"/>
                  </a:lnTo>
                  <a:lnTo>
                    <a:pt x="5439159" y="0"/>
                  </a:lnTo>
                  <a:lnTo>
                    <a:pt x="5485206" y="12344"/>
                  </a:lnTo>
                  <a:lnTo>
                    <a:pt x="5523025" y="41370"/>
                  </a:lnTo>
                  <a:lnTo>
                    <a:pt x="5546855" y="82658"/>
                  </a:lnTo>
                  <a:lnTo>
                    <a:pt x="5553073" y="113913"/>
                  </a:lnTo>
                  <a:lnTo>
                    <a:pt x="5553073" y="1410084"/>
                  </a:lnTo>
                  <a:lnTo>
                    <a:pt x="5540729" y="1456131"/>
                  </a:lnTo>
                  <a:lnTo>
                    <a:pt x="5511703" y="1493949"/>
                  </a:lnTo>
                  <a:lnTo>
                    <a:pt x="5470414" y="1517782"/>
                  </a:lnTo>
                  <a:lnTo>
                    <a:pt x="5447087" y="1523218"/>
                  </a:lnTo>
                  <a:lnTo>
                    <a:pt x="5439159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5774" y="4876799"/>
              <a:ext cx="123825" cy="1524000"/>
            </a:xfrm>
            <a:custGeom>
              <a:avLst/>
              <a:gdLst/>
              <a:ahLst/>
              <a:cxnLst/>
              <a:rect l="l" t="t" r="r" b="b"/>
              <a:pathLst>
                <a:path w="123825" h="1524000">
                  <a:moveTo>
                    <a:pt x="123824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123824" y="0"/>
                  </a:lnTo>
                  <a:lnTo>
                    <a:pt x="123824" y="152399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40680" y="5104681"/>
            <a:ext cx="4662805" cy="94043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850" b="1" dirty="0">
                <a:solidFill>
                  <a:srgbClr val="1A1A2E"/>
                </a:solidFill>
                <a:latin typeface="Arial"/>
                <a:cs typeface="Arial"/>
              </a:rPr>
              <a:t>Clear</a:t>
            </a:r>
            <a:r>
              <a:rPr sz="1850" b="1" spc="1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1A1A2E"/>
                </a:solidFill>
                <a:latin typeface="Arial"/>
                <a:cs typeface="Arial"/>
              </a:rPr>
              <a:t>Event</a:t>
            </a:r>
            <a:r>
              <a:rPr sz="1850" b="1" spc="1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1A1A2E"/>
                </a:solidFill>
                <a:latin typeface="Arial"/>
                <a:cs typeface="Arial"/>
              </a:rPr>
              <a:t>Details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1600"/>
              </a:lnSpc>
              <a:spcBef>
                <a:spcPts val="475"/>
              </a:spcBef>
            </a:pP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Users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can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review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availability,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speakers,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pricing,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and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booking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details</a:t>
            </a:r>
            <a:r>
              <a:rPr sz="1600" spc="-1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in</a:t>
            </a:r>
            <a:r>
              <a:rPr sz="1600" spc="-1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one</a:t>
            </a:r>
            <a:r>
              <a:rPr sz="1600" spc="-1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flow.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178295" y="4760975"/>
            <a:ext cx="5824855" cy="1804670"/>
            <a:chOff x="6178295" y="4760975"/>
            <a:chExt cx="5824855" cy="1804670"/>
          </a:xfrm>
        </p:grpSpPr>
        <p:sp>
          <p:nvSpPr>
            <p:cNvPr id="30" name="object 30"/>
            <p:cNvSpPr/>
            <p:nvPr/>
          </p:nvSpPr>
          <p:spPr>
            <a:xfrm>
              <a:off x="6178295" y="4760975"/>
              <a:ext cx="5824855" cy="1804670"/>
            </a:xfrm>
            <a:custGeom>
              <a:avLst/>
              <a:gdLst/>
              <a:ahLst/>
              <a:cxnLst/>
              <a:rect l="l" t="t" r="r" b="b"/>
              <a:pathLst>
                <a:path w="5824855" h="1804670">
                  <a:moveTo>
                    <a:pt x="5824727" y="1804415"/>
                  </a:moveTo>
                  <a:lnTo>
                    <a:pt x="0" y="1804415"/>
                  </a:lnTo>
                  <a:lnTo>
                    <a:pt x="0" y="0"/>
                  </a:lnTo>
                  <a:lnTo>
                    <a:pt x="5824727" y="0"/>
                  </a:lnTo>
                  <a:lnTo>
                    <a:pt x="5824727" y="125348"/>
                  </a:lnTo>
                  <a:lnTo>
                    <a:pt x="287273" y="125348"/>
                  </a:lnTo>
                  <a:lnTo>
                    <a:pt x="276201" y="125883"/>
                  </a:lnTo>
                  <a:lnTo>
                    <a:pt x="234237" y="138635"/>
                  </a:lnTo>
                  <a:lnTo>
                    <a:pt x="200347" y="166475"/>
                  </a:lnTo>
                  <a:lnTo>
                    <a:pt x="179690" y="205165"/>
                  </a:lnTo>
                  <a:lnTo>
                    <a:pt x="174878" y="237743"/>
                  </a:lnTo>
                  <a:lnTo>
                    <a:pt x="174878" y="1517903"/>
                  </a:lnTo>
                  <a:lnTo>
                    <a:pt x="183433" y="1560914"/>
                  </a:lnTo>
                  <a:lnTo>
                    <a:pt x="207798" y="1597378"/>
                  </a:lnTo>
                  <a:lnTo>
                    <a:pt x="244261" y="1621741"/>
                  </a:lnTo>
                  <a:lnTo>
                    <a:pt x="287273" y="1630298"/>
                  </a:lnTo>
                  <a:lnTo>
                    <a:pt x="5824727" y="1630298"/>
                  </a:lnTo>
                  <a:lnTo>
                    <a:pt x="5824727" y="1804415"/>
                  </a:lnTo>
                  <a:close/>
                </a:path>
                <a:path w="5824855" h="1804670">
                  <a:moveTo>
                    <a:pt x="5824727" y="1630298"/>
                  </a:moveTo>
                  <a:lnTo>
                    <a:pt x="5586983" y="1630298"/>
                  </a:lnTo>
                  <a:lnTo>
                    <a:pt x="5598055" y="1629763"/>
                  </a:lnTo>
                  <a:lnTo>
                    <a:pt x="5608914" y="1628159"/>
                  </a:lnTo>
                  <a:lnTo>
                    <a:pt x="5649437" y="1611373"/>
                  </a:lnTo>
                  <a:lnTo>
                    <a:pt x="5680453" y="1580358"/>
                  </a:lnTo>
                  <a:lnTo>
                    <a:pt x="5697239" y="1539834"/>
                  </a:lnTo>
                  <a:lnTo>
                    <a:pt x="5699378" y="1517903"/>
                  </a:lnTo>
                  <a:lnTo>
                    <a:pt x="5699378" y="237743"/>
                  </a:lnTo>
                  <a:lnTo>
                    <a:pt x="5690821" y="194731"/>
                  </a:lnTo>
                  <a:lnTo>
                    <a:pt x="5666458" y="158268"/>
                  </a:lnTo>
                  <a:lnTo>
                    <a:pt x="5629994" y="133904"/>
                  </a:lnTo>
                  <a:lnTo>
                    <a:pt x="5586983" y="125348"/>
                  </a:lnTo>
                  <a:lnTo>
                    <a:pt x="5824727" y="125348"/>
                  </a:lnTo>
                  <a:lnTo>
                    <a:pt x="5824727" y="1630298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43648" y="4876799"/>
              <a:ext cx="5543550" cy="1524000"/>
            </a:xfrm>
            <a:custGeom>
              <a:avLst/>
              <a:gdLst/>
              <a:ahLst/>
              <a:cxnLst/>
              <a:rect l="l" t="t" r="r" b="b"/>
              <a:pathLst>
                <a:path w="5543550" h="1524000">
                  <a:moveTo>
                    <a:pt x="5429635" y="1523999"/>
                  </a:moveTo>
                  <a:lnTo>
                    <a:pt x="113914" y="1523999"/>
                  </a:lnTo>
                  <a:lnTo>
                    <a:pt x="105986" y="1523218"/>
                  </a:lnTo>
                  <a:lnTo>
                    <a:pt x="67867" y="1511654"/>
                  </a:lnTo>
                  <a:lnTo>
                    <a:pt x="30049" y="1482629"/>
                  </a:lnTo>
                  <a:lnTo>
                    <a:pt x="6217" y="1441339"/>
                  </a:lnTo>
                  <a:lnTo>
                    <a:pt x="0" y="1410084"/>
                  </a:lnTo>
                  <a:lnTo>
                    <a:pt x="0" y="1402079"/>
                  </a:lnTo>
                  <a:lnTo>
                    <a:pt x="0" y="113913"/>
                  </a:lnTo>
                  <a:lnTo>
                    <a:pt x="12343" y="67866"/>
                  </a:lnTo>
                  <a:lnTo>
                    <a:pt x="41370" y="30048"/>
                  </a:lnTo>
                  <a:lnTo>
                    <a:pt x="82658" y="6217"/>
                  </a:lnTo>
                  <a:lnTo>
                    <a:pt x="113914" y="0"/>
                  </a:lnTo>
                  <a:lnTo>
                    <a:pt x="5429635" y="0"/>
                  </a:lnTo>
                  <a:lnTo>
                    <a:pt x="5475682" y="12344"/>
                  </a:lnTo>
                  <a:lnTo>
                    <a:pt x="5513500" y="41370"/>
                  </a:lnTo>
                  <a:lnTo>
                    <a:pt x="5537331" y="82658"/>
                  </a:lnTo>
                  <a:lnTo>
                    <a:pt x="5543548" y="113913"/>
                  </a:lnTo>
                  <a:lnTo>
                    <a:pt x="5543548" y="1410084"/>
                  </a:lnTo>
                  <a:lnTo>
                    <a:pt x="5531204" y="1456131"/>
                  </a:lnTo>
                  <a:lnTo>
                    <a:pt x="5502179" y="1493949"/>
                  </a:lnTo>
                  <a:lnTo>
                    <a:pt x="5460890" y="1517782"/>
                  </a:lnTo>
                  <a:lnTo>
                    <a:pt x="5437563" y="1523218"/>
                  </a:lnTo>
                  <a:lnTo>
                    <a:pt x="5429635" y="1523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43649" y="4876799"/>
              <a:ext cx="114300" cy="1524000"/>
            </a:xfrm>
            <a:custGeom>
              <a:avLst/>
              <a:gdLst/>
              <a:ahLst/>
              <a:cxnLst/>
              <a:rect l="l" t="t" r="r" b="b"/>
              <a:pathLst>
                <a:path w="114300" h="1524000">
                  <a:moveTo>
                    <a:pt x="114299" y="1523999"/>
                  </a:moveTo>
                  <a:lnTo>
                    <a:pt x="0" y="152399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114299" y="152399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692900" y="5179091"/>
            <a:ext cx="4305935" cy="7893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2170"/>
              </a:lnSpc>
              <a:spcBef>
                <a:spcPts val="120"/>
              </a:spcBef>
            </a:pPr>
            <a:r>
              <a:rPr sz="1850" b="1" dirty="0">
                <a:solidFill>
                  <a:srgbClr val="1A1A2E"/>
                </a:solidFill>
                <a:latin typeface="Arial"/>
                <a:cs typeface="Arial"/>
              </a:rPr>
              <a:t>Junction’s</a:t>
            </a:r>
            <a:r>
              <a:rPr sz="1850" b="1" spc="-1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1A1A2E"/>
                </a:solidFill>
                <a:latin typeface="Arial"/>
                <a:cs typeface="Arial"/>
              </a:rPr>
              <a:t>Response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ts val="1875"/>
              </a:lnSpc>
            </a:pP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Junction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addresses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this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gap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with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one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organized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discovery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booking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flow.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spc="-10" dirty="0"/>
              <a:t>Objectives</a:t>
            </a:r>
            <a:endParaRPr sz="3700"/>
          </a:p>
        </p:txBody>
      </p:sp>
      <p:sp>
        <p:nvSpPr>
          <p:cNvPr id="3" name="object 3"/>
          <p:cNvSpPr/>
          <p:nvPr/>
        </p:nvSpPr>
        <p:spPr>
          <a:xfrm>
            <a:off x="0" y="1095374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65175" y="1408175"/>
            <a:ext cx="3992879" cy="2593975"/>
            <a:chOff x="265175" y="1408175"/>
            <a:chExt cx="3992879" cy="2593975"/>
          </a:xfrm>
        </p:grpSpPr>
        <p:sp>
          <p:nvSpPr>
            <p:cNvPr id="5" name="object 5"/>
            <p:cNvSpPr/>
            <p:nvPr/>
          </p:nvSpPr>
          <p:spPr>
            <a:xfrm>
              <a:off x="265175" y="1408175"/>
              <a:ext cx="3992879" cy="2593975"/>
            </a:xfrm>
            <a:custGeom>
              <a:avLst/>
              <a:gdLst/>
              <a:ahLst/>
              <a:cxnLst/>
              <a:rect l="l" t="t" r="r" b="b"/>
              <a:pathLst>
                <a:path w="3992879" h="2593975">
                  <a:moveTo>
                    <a:pt x="3992879" y="2593847"/>
                  </a:moveTo>
                  <a:lnTo>
                    <a:pt x="0" y="2593847"/>
                  </a:lnTo>
                  <a:lnTo>
                    <a:pt x="0" y="0"/>
                  </a:lnTo>
                  <a:lnTo>
                    <a:pt x="3992879" y="0"/>
                  </a:lnTo>
                  <a:lnTo>
                    <a:pt x="3992879" y="125348"/>
                  </a:lnTo>
                  <a:lnTo>
                    <a:pt x="285368" y="125348"/>
                  </a:lnTo>
                  <a:lnTo>
                    <a:pt x="274296" y="125883"/>
                  </a:lnTo>
                  <a:lnTo>
                    <a:pt x="232332" y="138635"/>
                  </a:lnTo>
                  <a:lnTo>
                    <a:pt x="198442" y="166475"/>
                  </a:lnTo>
                  <a:lnTo>
                    <a:pt x="177786" y="205165"/>
                  </a:lnTo>
                  <a:lnTo>
                    <a:pt x="172973" y="237743"/>
                  </a:lnTo>
                  <a:lnTo>
                    <a:pt x="172973" y="2308478"/>
                  </a:lnTo>
                  <a:lnTo>
                    <a:pt x="181529" y="2351489"/>
                  </a:lnTo>
                  <a:lnTo>
                    <a:pt x="205893" y="2387953"/>
                  </a:lnTo>
                  <a:lnTo>
                    <a:pt x="242357" y="2412317"/>
                  </a:lnTo>
                  <a:lnTo>
                    <a:pt x="285368" y="2420873"/>
                  </a:lnTo>
                  <a:lnTo>
                    <a:pt x="3992879" y="2420873"/>
                  </a:lnTo>
                  <a:lnTo>
                    <a:pt x="3992879" y="2593847"/>
                  </a:lnTo>
                  <a:close/>
                </a:path>
                <a:path w="3992879" h="2593975">
                  <a:moveTo>
                    <a:pt x="3992879" y="2420873"/>
                  </a:moveTo>
                  <a:lnTo>
                    <a:pt x="3756278" y="2420873"/>
                  </a:lnTo>
                  <a:lnTo>
                    <a:pt x="3767350" y="2420338"/>
                  </a:lnTo>
                  <a:lnTo>
                    <a:pt x="3778209" y="2418734"/>
                  </a:lnTo>
                  <a:lnTo>
                    <a:pt x="3818733" y="2401948"/>
                  </a:lnTo>
                  <a:lnTo>
                    <a:pt x="3849749" y="2370933"/>
                  </a:lnTo>
                  <a:lnTo>
                    <a:pt x="3866534" y="2330409"/>
                  </a:lnTo>
                  <a:lnTo>
                    <a:pt x="3868673" y="2308478"/>
                  </a:lnTo>
                  <a:lnTo>
                    <a:pt x="3868673" y="237743"/>
                  </a:lnTo>
                  <a:lnTo>
                    <a:pt x="3860118" y="194732"/>
                  </a:lnTo>
                  <a:lnTo>
                    <a:pt x="3835754" y="158268"/>
                  </a:lnTo>
                  <a:lnTo>
                    <a:pt x="3799290" y="133904"/>
                  </a:lnTo>
                  <a:lnTo>
                    <a:pt x="3756278" y="125348"/>
                  </a:lnTo>
                  <a:lnTo>
                    <a:pt x="3992879" y="125348"/>
                  </a:lnTo>
                  <a:lnTo>
                    <a:pt x="3992879" y="2420873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8624" y="1523999"/>
              <a:ext cx="3714750" cy="2314575"/>
            </a:xfrm>
            <a:custGeom>
              <a:avLst/>
              <a:gdLst/>
              <a:ahLst/>
              <a:cxnLst/>
              <a:rect l="l" t="t" r="r" b="b"/>
              <a:pathLst>
                <a:path w="3714750" h="2314575">
                  <a:moveTo>
                    <a:pt x="3600834" y="2314574"/>
                  </a:moveTo>
                  <a:lnTo>
                    <a:pt x="113914" y="2314574"/>
                  </a:lnTo>
                  <a:lnTo>
                    <a:pt x="105986" y="2313793"/>
                  </a:lnTo>
                  <a:lnTo>
                    <a:pt x="67867" y="2302229"/>
                  </a:lnTo>
                  <a:lnTo>
                    <a:pt x="30048" y="2273204"/>
                  </a:lnTo>
                  <a:lnTo>
                    <a:pt x="6217" y="2231915"/>
                  </a:lnTo>
                  <a:lnTo>
                    <a:pt x="0" y="2200660"/>
                  </a:lnTo>
                  <a:lnTo>
                    <a:pt x="0" y="2192654"/>
                  </a:lnTo>
                  <a:lnTo>
                    <a:pt x="0" y="113914"/>
                  </a:lnTo>
                  <a:lnTo>
                    <a:pt x="12344" y="67866"/>
                  </a:lnTo>
                  <a:lnTo>
                    <a:pt x="41370" y="30048"/>
                  </a:lnTo>
                  <a:lnTo>
                    <a:pt x="82659" y="6216"/>
                  </a:lnTo>
                  <a:lnTo>
                    <a:pt x="113914" y="0"/>
                  </a:lnTo>
                  <a:lnTo>
                    <a:pt x="3600834" y="0"/>
                  </a:lnTo>
                  <a:lnTo>
                    <a:pt x="3646882" y="12344"/>
                  </a:lnTo>
                  <a:lnTo>
                    <a:pt x="3684700" y="41369"/>
                  </a:lnTo>
                  <a:lnTo>
                    <a:pt x="3708532" y="82659"/>
                  </a:lnTo>
                  <a:lnTo>
                    <a:pt x="3714749" y="113914"/>
                  </a:lnTo>
                  <a:lnTo>
                    <a:pt x="3714749" y="2200660"/>
                  </a:lnTo>
                  <a:lnTo>
                    <a:pt x="3702404" y="2246707"/>
                  </a:lnTo>
                  <a:lnTo>
                    <a:pt x="3673379" y="2284525"/>
                  </a:lnTo>
                  <a:lnTo>
                    <a:pt x="3632089" y="2308356"/>
                  </a:lnTo>
                  <a:lnTo>
                    <a:pt x="3608763" y="2313793"/>
                  </a:lnTo>
                  <a:lnTo>
                    <a:pt x="3600834" y="2314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6899" y="1705705"/>
            <a:ext cx="3282950" cy="17449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50" b="1" spc="-25" dirty="0">
                <a:solidFill>
                  <a:srgbClr val="C31D3A"/>
                </a:solidFill>
                <a:latin typeface="Arial"/>
                <a:cs typeface="Arial"/>
              </a:rPr>
              <a:t>01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Centralize</a:t>
            </a:r>
            <a:r>
              <a:rPr sz="1700" b="1" spc="4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Event</a:t>
            </a:r>
            <a:r>
              <a:rPr sz="1700" b="1" spc="4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A1A2E"/>
                </a:solidFill>
                <a:latin typeface="Arial"/>
                <a:cs typeface="Arial"/>
              </a:rPr>
              <a:t>Discovery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01299"/>
              </a:lnSpc>
              <a:spcBef>
                <a:spcPts val="1410"/>
              </a:spcBef>
            </a:pP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Bring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workshops,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networking,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hackathons,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career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fairs,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webinars,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4A5467"/>
                </a:solidFill>
                <a:latin typeface="Arial MT"/>
                <a:cs typeface="Arial MT"/>
              </a:rPr>
              <a:t>and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conferences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into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one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place.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160519" y="1408175"/>
            <a:ext cx="4005579" cy="2593975"/>
            <a:chOff x="4160519" y="1408175"/>
            <a:chExt cx="4005579" cy="2593975"/>
          </a:xfrm>
        </p:grpSpPr>
        <p:sp>
          <p:nvSpPr>
            <p:cNvPr id="9" name="object 9"/>
            <p:cNvSpPr/>
            <p:nvPr/>
          </p:nvSpPr>
          <p:spPr>
            <a:xfrm>
              <a:off x="4160519" y="1408175"/>
              <a:ext cx="4005579" cy="2593975"/>
            </a:xfrm>
            <a:custGeom>
              <a:avLst/>
              <a:gdLst/>
              <a:ahLst/>
              <a:cxnLst/>
              <a:rect l="l" t="t" r="r" b="b"/>
              <a:pathLst>
                <a:path w="4005579" h="2593975">
                  <a:moveTo>
                    <a:pt x="4005071" y="2593847"/>
                  </a:moveTo>
                  <a:lnTo>
                    <a:pt x="0" y="2593847"/>
                  </a:lnTo>
                  <a:lnTo>
                    <a:pt x="0" y="0"/>
                  </a:lnTo>
                  <a:lnTo>
                    <a:pt x="4005071" y="0"/>
                  </a:lnTo>
                  <a:lnTo>
                    <a:pt x="4005071" y="125348"/>
                  </a:lnTo>
                  <a:lnTo>
                    <a:pt x="285749" y="125348"/>
                  </a:lnTo>
                  <a:lnTo>
                    <a:pt x="274677" y="125883"/>
                  </a:lnTo>
                  <a:lnTo>
                    <a:pt x="232713" y="138635"/>
                  </a:lnTo>
                  <a:lnTo>
                    <a:pt x="198823" y="166475"/>
                  </a:lnTo>
                  <a:lnTo>
                    <a:pt x="178167" y="205165"/>
                  </a:lnTo>
                  <a:lnTo>
                    <a:pt x="173354" y="237743"/>
                  </a:lnTo>
                  <a:lnTo>
                    <a:pt x="173354" y="2308478"/>
                  </a:lnTo>
                  <a:lnTo>
                    <a:pt x="181909" y="2351489"/>
                  </a:lnTo>
                  <a:lnTo>
                    <a:pt x="206274" y="2387953"/>
                  </a:lnTo>
                  <a:lnTo>
                    <a:pt x="242737" y="2412317"/>
                  </a:lnTo>
                  <a:lnTo>
                    <a:pt x="285749" y="2420873"/>
                  </a:lnTo>
                  <a:lnTo>
                    <a:pt x="4005071" y="2420873"/>
                  </a:lnTo>
                  <a:lnTo>
                    <a:pt x="4005071" y="2593847"/>
                  </a:lnTo>
                  <a:close/>
                </a:path>
                <a:path w="4005579" h="2593975">
                  <a:moveTo>
                    <a:pt x="4005071" y="2420873"/>
                  </a:moveTo>
                  <a:lnTo>
                    <a:pt x="3766184" y="2420873"/>
                  </a:lnTo>
                  <a:lnTo>
                    <a:pt x="3777256" y="2420338"/>
                  </a:lnTo>
                  <a:lnTo>
                    <a:pt x="3788115" y="2418734"/>
                  </a:lnTo>
                  <a:lnTo>
                    <a:pt x="3828639" y="2401948"/>
                  </a:lnTo>
                  <a:lnTo>
                    <a:pt x="3859654" y="2370933"/>
                  </a:lnTo>
                  <a:lnTo>
                    <a:pt x="3876440" y="2330409"/>
                  </a:lnTo>
                  <a:lnTo>
                    <a:pt x="3878579" y="2308478"/>
                  </a:lnTo>
                  <a:lnTo>
                    <a:pt x="3878579" y="237743"/>
                  </a:lnTo>
                  <a:lnTo>
                    <a:pt x="3870023" y="194732"/>
                  </a:lnTo>
                  <a:lnTo>
                    <a:pt x="3845659" y="158268"/>
                  </a:lnTo>
                  <a:lnTo>
                    <a:pt x="3809196" y="133904"/>
                  </a:lnTo>
                  <a:lnTo>
                    <a:pt x="3766184" y="125348"/>
                  </a:lnTo>
                  <a:lnTo>
                    <a:pt x="4005071" y="125348"/>
                  </a:lnTo>
                  <a:lnTo>
                    <a:pt x="4005071" y="2420873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24349" y="1523999"/>
              <a:ext cx="3724275" cy="2314575"/>
            </a:xfrm>
            <a:custGeom>
              <a:avLst/>
              <a:gdLst/>
              <a:ahLst/>
              <a:cxnLst/>
              <a:rect l="l" t="t" r="r" b="b"/>
              <a:pathLst>
                <a:path w="3724275" h="2314575">
                  <a:moveTo>
                    <a:pt x="3610360" y="2314574"/>
                  </a:moveTo>
                  <a:lnTo>
                    <a:pt x="113914" y="2314574"/>
                  </a:lnTo>
                  <a:lnTo>
                    <a:pt x="105986" y="2313793"/>
                  </a:lnTo>
                  <a:lnTo>
                    <a:pt x="67866" y="2302229"/>
                  </a:lnTo>
                  <a:lnTo>
                    <a:pt x="30048" y="2273204"/>
                  </a:lnTo>
                  <a:lnTo>
                    <a:pt x="6216" y="2231915"/>
                  </a:lnTo>
                  <a:lnTo>
                    <a:pt x="0" y="2200660"/>
                  </a:lnTo>
                  <a:lnTo>
                    <a:pt x="0" y="2192654"/>
                  </a:lnTo>
                  <a:lnTo>
                    <a:pt x="0" y="113914"/>
                  </a:lnTo>
                  <a:lnTo>
                    <a:pt x="12343" y="67866"/>
                  </a:lnTo>
                  <a:lnTo>
                    <a:pt x="41370" y="30048"/>
                  </a:lnTo>
                  <a:lnTo>
                    <a:pt x="82658" y="6216"/>
                  </a:lnTo>
                  <a:lnTo>
                    <a:pt x="113914" y="0"/>
                  </a:lnTo>
                  <a:lnTo>
                    <a:pt x="3610360" y="0"/>
                  </a:lnTo>
                  <a:lnTo>
                    <a:pt x="3656407" y="12344"/>
                  </a:lnTo>
                  <a:lnTo>
                    <a:pt x="3694225" y="41369"/>
                  </a:lnTo>
                  <a:lnTo>
                    <a:pt x="3718056" y="82659"/>
                  </a:lnTo>
                  <a:lnTo>
                    <a:pt x="3724274" y="113914"/>
                  </a:lnTo>
                  <a:lnTo>
                    <a:pt x="3724274" y="2200660"/>
                  </a:lnTo>
                  <a:lnTo>
                    <a:pt x="3711929" y="2246707"/>
                  </a:lnTo>
                  <a:lnTo>
                    <a:pt x="3682904" y="2284525"/>
                  </a:lnTo>
                  <a:lnTo>
                    <a:pt x="3641615" y="2308356"/>
                  </a:lnTo>
                  <a:lnTo>
                    <a:pt x="3618288" y="2313793"/>
                  </a:lnTo>
                  <a:lnTo>
                    <a:pt x="3610360" y="2314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98280" y="1705705"/>
            <a:ext cx="2981960" cy="17449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50" b="1" spc="-25" dirty="0">
                <a:solidFill>
                  <a:srgbClr val="C31D3A"/>
                </a:solidFill>
                <a:latin typeface="Arial"/>
                <a:cs typeface="Arial"/>
              </a:rPr>
              <a:t>02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Make</a:t>
            </a:r>
            <a:r>
              <a:rPr sz="1700" b="1" spc="3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Decisions</a:t>
            </a:r>
            <a:r>
              <a:rPr sz="1700" b="1" spc="4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A1A2E"/>
                </a:solidFill>
                <a:latin typeface="Arial"/>
                <a:cs typeface="Arial"/>
              </a:rPr>
              <a:t>Easier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01299"/>
              </a:lnSpc>
              <a:spcBef>
                <a:spcPts val="1410"/>
              </a:spcBef>
            </a:pP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Show live</a:t>
            </a:r>
            <a:r>
              <a:rPr sz="1450" spc="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availability,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batches,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speakers,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tracks,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pricing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before booking.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065007" y="1408175"/>
            <a:ext cx="3996054" cy="2593975"/>
            <a:chOff x="8065007" y="1408175"/>
            <a:chExt cx="3996054" cy="2593975"/>
          </a:xfrm>
        </p:grpSpPr>
        <p:sp>
          <p:nvSpPr>
            <p:cNvPr id="13" name="object 13"/>
            <p:cNvSpPr/>
            <p:nvPr/>
          </p:nvSpPr>
          <p:spPr>
            <a:xfrm>
              <a:off x="8065007" y="1408175"/>
              <a:ext cx="3996054" cy="2593975"/>
            </a:xfrm>
            <a:custGeom>
              <a:avLst/>
              <a:gdLst/>
              <a:ahLst/>
              <a:cxnLst/>
              <a:rect l="l" t="t" r="r" b="b"/>
              <a:pathLst>
                <a:path w="3996054" h="2593975">
                  <a:moveTo>
                    <a:pt x="3995927" y="2593847"/>
                  </a:moveTo>
                  <a:lnTo>
                    <a:pt x="0" y="2593847"/>
                  </a:lnTo>
                  <a:lnTo>
                    <a:pt x="0" y="0"/>
                  </a:lnTo>
                  <a:lnTo>
                    <a:pt x="3995927" y="0"/>
                  </a:lnTo>
                  <a:lnTo>
                    <a:pt x="3995927" y="125348"/>
                  </a:lnTo>
                  <a:lnTo>
                    <a:pt x="286511" y="125348"/>
                  </a:lnTo>
                  <a:lnTo>
                    <a:pt x="275439" y="125883"/>
                  </a:lnTo>
                  <a:lnTo>
                    <a:pt x="233475" y="138635"/>
                  </a:lnTo>
                  <a:lnTo>
                    <a:pt x="199585" y="166475"/>
                  </a:lnTo>
                  <a:lnTo>
                    <a:pt x="178928" y="205165"/>
                  </a:lnTo>
                  <a:lnTo>
                    <a:pt x="174116" y="237743"/>
                  </a:lnTo>
                  <a:lnTo>
                    <a:pt x="174116" y="2308478"/>
                  </a:lnTo>
                  <a:lnTo>
                    <a:pt x="182671" y="2351489"/>
                  </a:lnTo>
                  <a:lnTo>
                    <a:pt x="207036" y="2387953"/>
                  </a:lnTo>
                  <a:lnTo>
                    <a:pt x="243499" y="2412317"/>
                  </a:lnTo>
                  <a:lnTo>
                    <a:pt x="286511" y="2420873"/>
                  </a:lnTo>
                  <a:lnTo>
                    <a:pt x="3995927" y="2420873"/>
                  </a:lnTo>
                  <a:lnTo>
                    <a:pt x="3995927" y="2593847"/>
                  </a:lnTo>
                  <a:close/>
                </a:path>
                <a:path w="3996054" h="2593975">
                  <a:moveTo>
                    <a:pt x="3995927" y="2420873"/>
                  </a:moveTo>
                  <a:lnTo>
                    <a:pt x="3757421" y="2420873"/>
                  </a:lnTo>
                  <a:lnTo>
                    <a:pt x="3768493" y="2420338"/>
                  </a:lnTo>
                  <a:lnTo>
                    <a:pt x="3779352" y="2418734"/>
                  </a:lnTo>
                  <a:lnTo>
                    <a:pt x="3819875" y="2401948"/>
                  </a:lnTo>
                  <a:lnTo>
                    <a:pt x="3850890" y="2370933"/>
                  </a:lnTo>
                  <a:lnTo>
                    <a:pt x="3867676" y="2330409"/>
                  </a:lnTo>
                  <a:lnTo>
                    <a:pt x="3869816" y="2308478"/>
                  </a:lnTo>
                  <a:lnTo>
                    <a:pt x="3869816" y="237743"/>
                  </a:lnTo>
                  <a:lnTo>
                    <a:pt x="3861259" y="194732"/>
                  </a:lnTo>
                  <a:lnTo>
                    <a:pt x="3836896" y="158268"/>
                  </a:lnTo>
                  <a:lnTo>
                    <a:pt x="3800431" y="133904"/>
                  </a:lnTo>
                  <a:lnTo>
                    <a:pt x="3757421" y="125348"/>
                  </a:lnTo>
                  <a:lnTo>
                    <a:pt x="3995927" y="125348"/>
                  </a:lnTo>
                  <a:lnTo>
                    <a:pt x="3995927" y="2420873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29598" y="1523999"/>
              <a:ext cx="3714750" cy="2314575"/>
            </a:xfrm>
            <a:custGeom>
              <a:avLst/>
              <a:gdLst/>
              <a:ahLst/>
              <a:cxnLst/>
              <a:rect l="l" t="t" r="r" b="b"/>
              <a:pathLst>
                <a:path w="3714750" h="2314575">
                  <a:moveTo>
                    <a:pt x="3600835" y="2314574"/>
                  </a:moveTo>
                  <a:lnTo>
                    <a:pt x="113915" y="2314574"/>
                  </a:lnTo>
                  <a:lnTo>
                    <a:pt x="105986" y="2313793"/>
                  </a:lnTo>
                  <a:lnTo>
                    <a:pt x="67866" y="2302229"/>
                  </a:lnTo>
                  <a:lnTo>
                    <a:pt x="30048" y="2273204"/>
                  </a:lnTo>
                  <a:lnTo>
                    <a:pt x="6216" y="2231915"/>
                  </a:lnTo>
                  <a:lnTo>
                    <a:pt x="0" y="2200660"/>
                  </a:lnTo>
                  <a:lnTo>
                    <a:pt x="0" y="2192654"/>
                  </a:lnTo>
                  <a:lnTo>
                    <a:pt x="0" y="113914"/>
                  </a:lnTo>
                  <a:lnTo>
                    <a:pt x="12342" y="67866"/>
                  </a:lnTo>
                  <a:lnTo>
                    <a:pt x="41370" y="30048"/>
                  </a:lnTo>
                  <a:lnTo>
                    <a:pt x="82658" y="6216"/>
                  </a:lnTo>
                  <a:lnTo>
                    <a:pt x="113915" y="0"/>
                  </a:lnTo>
                  <a:lnTo>
                    <a:pt x="3600835" y="0"/>
                  </a:lnTo>
                  <a:lnTo>
                    <a:pt x="3646881" y="12344"/>
                  </a:lnTo>
                  <a:lnTo>
                    <a:pt x="3684700" y="41369"/>
                  </a:lnTo>
                  <a:lnTo>
                    <a:pt x="3708532" y="82659"/>
                  </a:lnTo>
                  <a:lnTo>
                    <a:pt x="3714750" y="113914"/>
                  </a:lnTo>
                  <a:lnTo>
                    <a:pt x="3714750" y="2200660"/>
                  </a:lnTo>
                  <a:lnTo>
                    <a:pt x="3702404" y="2246707"/>
                  </a:lnTo>
                  <a:lnTo>
                    <a:pt x="3673379" y="2284525"/>
                  </a:lnTo>
                  <a:lnTo>
                    <a:pt x="3632089" y="2308356"/>
                  </a:lnTo>
                  <a:lnTo>
                    <a:pt x="3608762" y="2313793"/>
                  </a:lnTo>
                  <a:lnTo>
                    <a:pt x="3600835" y="2314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399660" y="1705705"/>
            <a:ext cx="3168650" cy="14116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50" b="1" spc="-25" dirty="0">
                <a:solidFill>
                  <a:srgbClr val="C31D3A"/>
                </a:solidFill>
                <a:latin typeface="Arial"/>
                <a:cs typeface="Arial"/>
              </a:rPr>
              <a:t>03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Reduce</a:t>
            </a:r>
            <a:r>
              <a:rPr sz="1700" b="1" spc="4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Booking</a:t>
            </a:r>
            <a:r>
              <a:rPr sz="1700" b="1" spc="4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A1A2E"/>
                </a:solidFill>
                <a:latin typeface="Arial"/>
                <a:cs typeface="Arial"/>
              </a:rPr>
              <a:t>Friction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730"/>
              </a:lnSpc>
              <a:spcBef>
                <a:spcPts val="675"/>
              </a:spcBef>
            </a:pP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Move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from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selection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to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confirmation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4A5467"/>
                </a:solidFill>
                <a:latin typeface="Arial MT"/>
                <a:cs typeface="Arial MT"/>
              </a:rPr>
              <a:t>in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a few</a:t>
            </a:r>
            <a:r>
              <a:rPr sz="1450" spc="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clear</a:t>
            </a:r>
            <a:r>
              <a:rPr sz="1450" spc="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steps.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65175" y="3904487"/>
            <a:ext cx="3992879" cy="2603500"/>
            <a:chOff x="265175" y="3904487"/>
            <a:chExt cx="3992879" cy="2603500"/>
          </a:xfrm>
        </p:grpSpPr>
        <p:sp>
          <p:nvSpPr>
            <p:cNvPr id="17" name="object 17"/>
            <p:cNvSpPr/>
            <p:nvPr/>
          </p:nvSpPr>
          <p:spPr>
            <a:xfrm>
              <a:off x="265175" y="3904487"/>
              <a:ext cx="3992879" cy="2603500"/>
            </a:xfrm>
            <a:custGeom>
              <a:avLst/>
              <a:gdLst/>
              <a:ahLst/>
              <a:cxnLst/>
              <a:rect l="l" t="t" r="r" b="b"/>
              <a:pathLst>
                <a:path w="3992879" h="2603500">
                  <a:moveTo>
                    <a:pt x="3992879" y="2602991"/>
                  </a:moveTo>
                  <a:lnTo>
                    <a:pt x="0" y="2602991"/>
                  </a:lnTo>
                  <a:lnTo>
                    <a:pt x="0" y="0"/>
                  </a:lnTo>
                  <a:lnTo>
                    <a:pt x="3992879" y="0"/>
                  </a:lnTo>
                  <a:lnTo>
                    <a:pt x="3992879" y="124586"/>
                  </a:lnTo>
                  <a:lnTo>
                    <a:pt x="285368" y="124586"/>
                  </a:lnTo>
                  <a:lnTo>
                    <a:pt x="274296" y="125121"/>
                  </a:lnTo>
                  <a:lnTo>
                    <a:pt x="232332" y="137873"/>
                  </a:lnTo>
                  <a:lnTo>
                    <a:pt x="198442" y="165713"/>
                  </a:lnTo>
                  <a:lnTo>
                    <a:pt x="177786" y="204403"/>
                  </a:lnTo>
                  <a:lnTo>
                    <a:pt x="172973" y="236981"/>
                  </a:lnTo>
                  <a:lnTo>
                    <a:pt x="172973" y="2317241"/>
                  </a:lnTo>
                  <a:lnTo>
                    <a:pt x="181529" y="2360252"/>
                  </a:lnTo>
                  <a:lnTo>
                    <a:pt x="205893" y="2396717"/>
                  </a:lnTo>
                  <a:lnTo>
                    <a:pt x="242357" y="2421080"/>
                  </a:lnTo>
                  <a:lnTo>
                    <a:pt x="285368" y="2429636"/>
                  </a:lnTo>
                  <a:lnTo>
                    <a:pt x="3992879" y="2429636"/>
                  </a:lnTo>
                  <a:lnTo>
                    <a:pt x="3992879" y="2602991"/>
                  </a:lnTo>
                  <a:close/>
                </a:path>
                <a:path w="3992879" h="2603500">
                  <a:moveTo>
                    <a:pt x="3992879" y="2429636"/>
                  </a:moveTo>
                  <a:lnTo>
                    <a:pt x="3756278" y="2429636"/>
                  </a:lnTo>
                  <a:lnTo>
                    <a:pt x="3767350" y="2429101"/>
                  </a:lnTo>
                  <a:lnTo>
                    <a:pt x="3778209" y="2427497"/>
                  </a:lnTo>
                  <a:lnTo>
                    <a:pt x="3818733" y="2410712"/>
                  </a:lnTo>
                  <a:lnTo>
                    <a:pt x="3849749" y="2379696"/>
                  </a:lnTo>
                  <a:lnTo>
                    <a:pt x="3866534" y="2339172"/>
                  </a:lnTo>
                  <a:lnTo>
                    <a:pt x="3868673" y="2317241"/>
                  </a:lnTo>
                  <a:lnTo>
                    <a:pt x="3868673" y="236981"/>
                  </a:lnTo>
                  <a:lnTo>
                    <a:pt x="3860118" y="193969"/>
                  </a:lnTo>
                  <a:lnTo>
                    <a:pt x="3835754" y="157506"/>
                  </a:lnTo>
                  <a:lnTo>
                    <a:pt x="3799290" y="133142"/>
                  </a:lnTo>
                  <a:lnTo>
                    <a:pt x="3756278" y="124586"/>
                  </a:lnTo>
                  <a:lnTo>
                    <a:pt x="3992879" y="124586"/>
                  </a:lnTo>
                  <a:lnTo>
                    <a:pt x="3992879" y="2429636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8624" y="4019549"/>
              <a:ext cx="3714750" cy="2324100"/>
            </a:xfrm>
            <a:custGeom>
              <a:avLst/>
              <a:gdLst/>
              <a:ahLst/>
              <a:cxnLst/>
              <a:rect l="l" t="t" r="r" b="b"/>
              <a:pathLst>
                <a:path w="3714750" h="2324100">
                  <a:moveTo>
                    <a:pt x="3600834" y="2324099"/>
                  </a:moveTo>
                  <a:lnTo>
                    <a:pt x="113914" y="2324099"/>
                  </a:lnTo>
                  <a:lnTo>
                    <a:pt x="105986" y="2323318"/>
                  </a:lnTo>
                  <a:lnTo>
                    <a:pt x="67867" y="2311755"/>
                  </a:lnTo>
                  <a:lnTo>
                    <a:pt x="30048" y="2282728"/>
                  </a:lnTo>
                  <a:lnTo>
                    <a:pt x="6217" y="2241439"/>
                  </a:lnTo>
                  <a:lnTo>
                    <a:pt x="0" y="2210184"/>
                  </a:lnTo>
                  <a:lnTo>
                    <a:pt x="0" y="2202179"/>
                  </a:lnTo>
                  <a:lnTo>
                    <a:pt x="0" y="113914"/>
                  </a:lnTo>
                  <a:lnTo>
                    <a:pt x="12344" y="67866"/>
                  </a:lnTo>
                  <a:lnTo>
                    <a:pt x="41370" y="30048"/>
                  </a:lnTo>
                  <a:lnTo>
                    <a:pt x="82659" y="6217"/>
                  </a:lnTo>
                  <a:lnTo>
                    <a:pt x="113914" y="0"/>
                  </a:lnTo>
                  <a:lnTo>
                    <a:pt x="3600834" y="0"/>
                  </a:lnTo>
                  <a:lnTo>
                    <a:pt x="3646882" y="12344"/>
                  </a:lnTo>
                  <a:lnTo>
                    <a:pt x="3684700" y="41369"/>
                  </a:lnTo>
                  <a:lnTo>
                    <a:pt x="3708532" y="82658"/>
                  </a:lnTo>
                  <a:lnTo>
                    <a:pt x="3714749" y="113914"/>
                  </a:lnTo>
                  <a:lnTo>
                    <a:pt x="3714749" y="2210184"/>
                  </a:lnTo>
                  <a:lnTo>
                    <a:pt x="3702404" y="2256231"/>
                  </a:lnTo>
                  <a:lnTo>
                    <a:pt x="3673379" y="2294050"/>
                  </a:lnTo>
                  <a:lnTo>
                    <a:pt x="3632089" y="2317881"/>
                  </a:lnTo>
                  <a:lnTo>
                    <a:pt x="3608763" y="2323318"/>
                  </a:lnTo>
                  <a:lnTo>
                    <a:pt x="3600834" y="232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6899" y="4210780"/>
            <a:ext cx="3251835" cy="15163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50" b="1" spc="-25" dirty="0">
                <a:solidFill>
                  <a:srgbClr val="C31D3A"/>
                </a:solidFill>
                <a:latin typeface="Arial"/>
                <a:cs typeface="Arial"/>
              </a:rPr>
              <a:t>04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Support</a:t>
            </a:r>
            <a:r>
              <a:rPr sz="1700" b="1" spc="3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Career</a:t>
            </a:r>
            <a:r>
              <a:rPr sz="1700" b="1" spc="4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A1A2E"/>
                </a:solidFill>
                <a:latin typeface="Arial"/>
                <a:cs typeface="Arial"/>
              </a:rPr>
              <a:t>Growth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730"/>
              </a:lnSpc>
              <a:spcBef>
                <a:spcPts val="1575"/>
              </a:spcBef>
            </a:pP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Connect users with mentors,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speakers,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relevant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communities.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60519" y="3904487"/>
            <a:ext cx="4005579" cy="2603500"/>
            <a:chOff x="4160519" y="3904487"/>
            <a:chExt cx="4005579" cy="2603500"/>
          </a:xfrm>
        </p:grpSpPr>
        <p:sp>
          <p:nvSpPr>
            <p:cNvPr id="21" name="object 21"/>
            <p:cNvSpPr/>
            <p:nvPr/>
          </p:nvSpPr>
          <p:spPr>
            <a:xfrm>
              <a:off x="4160519" y="3904487"/>
              <a:ext cx="4005579" cy="2603500"/>
            </a:xfrm>
            <a:custGeom>
              <a:avLst/>
              <a:gdLst/>
              <a:ahLst/>
              <a:cxnLst/>
              <a:rect l="l" t="t" r="r" b="b"/>
              <a:pathLst>
                <a:path w="4005579" h="2603500">
                  <a:moveTo>
                    <a:pt x="4005071" y="2602991"/>
                  </a:moveTo>
                  <a:lnTo>
                    <a:pt x="0" y="2602991"/>
                  </a:lnTo>
                  <a:lnTo>
                    <a:pt x="0" y="0"/>
                  </a:lnTo>
                  <a:lnTo>
                    <a:pt x="4005071" y="0"/>
                  </a:lnTo>
                  <a:lnTo>
                    <a:pt x="4005071" y="124586"/>
                  </a:lnTo>
                  <a:lnTo>
                    <a:pt x="285749" y="124586"/>
                  </a:lnTo>
                  <a:lnTo>
                    <a:pt x="274677" y="125121"/>
                  </a:lnTo>
                  <a:lnTo>
                    <a:pt x="232713" y="137873"/>
                  </a:lnTo>
                  <a:lnTo>
                    <a:pt x="198823" y="165713"/>
                  </a:lnTo>
                  <a:lnTo>
                    <a:pt x="178167" y="204403"/>
                  </a:lnTo>
                  <a:lnTo>
                    <a:pt x="173354" y="236981"/>
                  </a:lnTo>
                  <a:lnTo>
                    <a:pt x="173354" y="2317241"/>
                  </a:lnTo>
                  <a:lnTo>
                    <a:pt x="181909" y="2360252"/>
                  </a:lnTo>
                  <a:lnTo>
                    <a:pt x="206274" y="2396717"/>
                  </a:lnTo>
                  <a:lnTo>
                    <a:pt x="242737" y="2421080"/>
                  </a:lnTo>
                  <a:lnTo>
                    <a:pt x="285749" y="2429636"/>
                  </a:lnTo>
                  <a:lnTo>
                    <a:pt x="4005071" y="2429636"/>
                  </a:lnTo>
                  <a:lnTo>
                    <a:pt x="4005071" y="2602991"/>
                  </a:lnTo>
                  <a:close/>
                </a:path>
                <a:path w="4005579" h="2603500">
                  <a:moveTo>
                    <a:pt x="4005071" y="2429636"/>
                  </a:moveTo>
                  <a:lnTo>
                    <a:pt x="3766184" y="2429636"/>
                  </a:lnTo>
                  <a:lnTo>
                    <a:pt x="3777256" y="2429101"/>
                  </a:lnTo>
                  <a:lnTo>
                    <a:pt x="3788115" y="2427497"/>
                  </a:lnTo>
                  <a:lnTo>
                    <a:pt x="3828639" y="2410712"/>
                  </a:lnTo>
                  <a:lnTo>
                    <a:pt x="3859654" y="2379696"/>
                  </a:lnTo>
                  <a:lnTo>
                    <a:pt x="3876440" y="2339172"/>
                  </a:lnTo>
                  <a:lnTo>
                    <a:pt x="3878579" y="2317241"/>
                  </a:lnTo>
                  <a:lnTo>
                    <a:pt x="3878579" y="236981"/>
                  </a:lnTo>
                  <a:lnTo>
                    <a:pt x="3870023" y="193969"/>
                  </a:lnTo>
                  <a:lnTo>
                    <a:pt x="3845659" y="157506"/>
                  </a:lnTo>
                  <a:lnTo>
                    <a:pt x="3809196" y="133142"/>
                  </a:lnTo>
                  <a:lnTo>
                    <a:pt x="3766184" y="124586"/>
                  </a:lnTo>
                  <a:lnTo>
                    <a:pt x="4005071" y="124586"/>
                  </a:lnTo>
                  <a:lnTo>
                    <a:pt x="4005071" y="2429636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24349" y="4019549"/>
              <a:ext cx="3724275" cy="2324100"/>
            </a:xfrm>
            <a:custGeom>
              <a:avLst/>
              <a:gdLst/>
              <a:ahLst/>
              <a:cxnLst/>
              <a:rect l="l" t="t" r="r" b="b"/>
              <a:pathLst>
                <a:path w="3724275" h="2324100">
                  <a:moveTo>
                    <a:pt x="3610360" y="2324099"/>
                  </a:moveTo>
                  <a:lnTo>
                    <a:pt x="113914" y="2324099"/>
                  </a:lnTo>
                  <a:lnTo>
                    <a:pt x="105986" y="2323318"/>
                  </a:lnTo>
                  <a:lnTo>
                    <a:pt x="67866" y="2311755"/>
                  </a:lnTo>
                  <a:lnTo>
                    <a:pt x="30048" y="2282728"/>
                  </a:lnTo>
                  <a:lnTo>
                    <a:pt x="6216" y="2241439"/>
                  </a:lnTo>
                  <a:lnTo>
                    <a:pt x="0" y="2210184"/>
                  </a:lnTo>
                  <a:lnTo>
                    <a:pt x="0" y="2202179"/>
                  </a:lnTo>
                  <a:lnTo>
                    <a:pt x="0" y="113914"/>
                  </a:lnTo>
                  <a:lnTo>
                    <a:pt x="12343" y="67866"/>
                  </a:lnTo>
                  <a:lnTo>
                    <a:pt x="41370" y="30048"/>
                  </a:lnTo>
                  <a:lnTo>
                    <a:pt x="82658" y="6217"/>
                  </a:lnTo>
                  <a:lnTo>
                    <a:pt x="113914" y="0"/>
                  </a:lnTo>
                  <a:lnTo>
                    <a:pt x="3610360" y="0"/>
                  </a:lnTo>
                  <a:lnTo>
                    <a:pt x="3656407" y="12344"/>
                  </a:lnTo>
                  <a:lnTo>
                    <a:pt x="3694225" y="41369"/>
                  </a:lnTo>
                  <a:lnTo>
                    <a:pt x="3718056" y="82658"/>
                  </a:lnTo>
                  <a:lnTo>
                    <a:pt x="3724274" y="113914"/>
                  </a:lnTo>
                  <a:lnTo>
                    <a:pt x="3724274" y="2210184"/>
                  </a:lnTo>
                  <a:lnTo>
                    <a:pt x="3711929" y="2256231"/>
                  </a:lnTo>
                  <a:lnTo>
                    <a:pt x="3682904" y="2294050"/>
                  </a:lnTo>
                  <a:lnTo>
                    <a:pt x="3641615" y="2317881"/>
                  </a:lnTo>
                  <a:lnTo>
                    <a:pt x="3618288" y="2323318"/>
                  </a:lnTo>
                  <a:lnTo>
                    <a:pt x="3610360" y="232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498280" y="4210780"/>
            <a:ext cx="3117215" cy="15163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50" b="1" spc="-25" dirty="0">
                <a:solidFill>
                  <a:srgbClr val="C31D3A"/>
                </a:solidFill>
                <a:latin typeface="Arial"/>
                <a:cs typeface="Arial"/>
              </a:rPr>
              <a:t>05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One</a:t>
            </a:r>
            <a:r>
              <a:rPr sz="1700" b="1" spc="2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Clear</a:t>
            </a:r>
            <a:r>
              <a:rPr sz="1700" b="1" spc="3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A1A2E"/>
                </a:solidFill>
                <a:latin typeface="Arial"/>
                <a:cs typeface="Arial"/>
              </a:rPr>
              <a:t>Experience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730"/>
              </a:lnSpc>
              <a:spcBef>
                <a:spcPts val="1575"/>
              </a:spcBef>
            </a:pP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Keep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event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categories,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choices, </a:t>
            </a:r>
            <a:r>
              <a:rPr sz="1450" spc="-25" dirty="0">
                <a:solidFill>
                  <a:srgbClr val="4A5467"/>
                </a:solidFill>
                <a:latin typeface="Arial MT"/>
                <a:cs typeface="Arial MT"/>
              </a:rPr>
              <a:t>and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booking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information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easy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to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navigate.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65007" y="3904487"/>
            <a:ext cx="3996054" cy="2603500"/>
            <a:chOff x="8065007" y="3904487"/>
            <a:chExt cx="3996054" cy="2603500"/>
          </a:xfrm>
        </p:grpSpPr>
        <p:sp>
          <p:nvSpPr>
            <p:cNvPr id="25" name="object 25"/>
            <p:cNvSpPr/>
            <p:nvPr/>
          </p:nvSpPr>
          <p:spPr>
            <a:xfrm>
              <a:off x="8065007" y="3904487"/>
              <a:ext cx="3996054" cy="2603500"/>
            </a:xfrm>
            <a:custGeom>
              <a:avLst/>
              <a:gdLst/>
              <a:ahLst/>
              <a:cxnLst/>
              <a:rect l="l" t="t" r="r" b="b"/>
              <a:pathLst>
                <a:path w="3996054" h="2603500">
                  <a:moveTo>
                    <a:pt x="3995927" y="2602991"/>
                  </a:moveTo>
                  <a:lnTo>
                    <a:pt x="0" y="2602991"/>
                  </a:lnTo>
                  <a:lnTo>
                    <a:pt x="0" y="0"/>
                  </a:lnTo>
                  <a:lnTo>
                    <a:pt x="3995927" y="0"/>
                  </a:lnTo>
                  <a:lnTo>
                    <a:pt x="3995927" y="124586"/>
                  </a:lnTo>
                  <a:lnTo>
                    <a:pt x="286511" y="124586"/>
                  </a:lnTo>
                  <a:lnTo>
                    <a:pt x="275439" y="125121"/>
                  </a:lnTo>
                  <a:lnTo>
                    <a:pt x="233475" y="137873"/>
                  </a:lnTo>
                  <a:lnTo>
                    <a:pt x="199585" y="165713"/>
                  </a:lnTo>
                  <a:lnTo>
                    <a:pt x="178928" y="204403"/>
                  </a:lnTo>
                  <a:lnTo>
                    <a:pt x="174116" y="236981"/>
                  </a:lnTo>
                  <a:lnTo>
                    <a:pt x="174116" y="2317241"/>
                  </a:lnTo>
                  <a:lnTo>
                    <a:pt x="182671" y="2360252"/>
                  </a:lnTo>
                  <a:lnTo>
                    <a:pt x="207036" y="2396717"/>
                  </a:lnTo>
                  <a:lnTo>
                    <a:pt x="243499" y="2421080"/>
                  </a:lnTo>
                  <a:lnTo>
                    <a:pt x="286511" y="2429636"/>
                  </a:lnTo>
                  <a:lnTo>
                    <a:pt x="3995927" y="2429636"/>
                  </a:lnTo>
                  <a:lnTo>
                    <a:pt x="3995927" y="2602991"/>
                  </a:lnTo>
                  <a:close/>
                </a:path>
                <a:path w="3996054" h="2603500">
                  <a:moveTo>
                    <a:pt x="3995927" y="2429636"/>
                  </a:moveTo>
                  <a:lnTo>
                    <a:pt x="3757421" y="2429636"/>
                  </a:lnTo>
                  <a:lnTo>
                    <a:pt x="3768493" y="2429101"/>
                  </a:lnTo>
                  <a:lnTo>
                    <a:pt x="3779352" y="2427497"/>
                  </a:lnTo>
                  <a:lnTo>
                    <a:pt x="3819875" y="2410712"/>
                  </a:lnTo>
                  <a:lnTo>
                    <a:pt x="3850890" y="2379696"/>
                  </a:lnTo>
                  <a:lnTo>
                    <a:pt x="3867676" y="2339172"/>
                  </a:lnTo>
                  <a:lnTo>
                    <a:pt x="3869816" y="2317241"/>
                  </a:lnTo>
                  <a:lnTo>
                    <a:pt x="3869816" y="236981"/>
                  </a:lnTo>
                  <a:lnTo>
                    <a:pt x="3861259" y="193969"/>
                  </a:lnTo>
                  <a:lnTo>
                    <a:pt x="3836896" y="157506"/>
                  </a:lnTo>
                  <a:lnTo>
                    <a:pt x="3800431" y="133142"/>
                  </a:lnTo>
                  <a:lnTo>
                    <a:pt x="3757421" y="124586"/>
                  </a:lnTo>
                  <a:lnTo>
                    <a:pt x="3995927" y="124586"/>
                  </a:lnTo>
                  <a:lnTo>
                    <a:pt x="3995927" y="2429636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229598" y="4019549"/>
              <a:ext cx="3714750" cy="2324100"/>
            </a:xfrm>
            <a:custGeom>
              <a:avLst/>
              <a:gdLst/>
              <a:ahLst/>
              <a:cxnLst/>
              <a:rect l="l" t="t" r="r" b="b"/>
              <a:pathLst>
                <a:path w="3714750" h="2324100">
                  <a:moveTo>
                    <a:pt x="3600835" y="2324099"/>
                  </a:moveTo>
                  <a:lnTo>
                    <a:pt x="113915" y="2324099"/>
                  </a:lnTo>
                  <a:lnTo>
                    <a:pt x="105986" y="2323318"/>
                  </a:lnTo>
                  <a:lnTo>
                    <a:pt x="67866" y="2311755"/>
                  </a:lnTo>
                  <a:lnTo>
                    <a:pt x="30048" y="2282728"/>
                  </a:lnTo>
                  <a:lnTo>
                    <a:pt x="6216" y="2241439"/>
                  </a:lnTo>
                  <a:lnTo>
                    <a:pt x="0" y="2210184"/>
                  </a:lnTo>
                  <a:lnTo>
                    <a:pt x="0" y="2202179"/>
                  </a:lnTo>
                  <a:lnTo>
                    <a:pt x="0" y="113914"/>
                  </a:lnTo>
                  <a:lnTo>
                    <a:pt x="12342" y="67866"/>
                  </a:lnTo>
                  <a:lnTo>
                    <a:pt x="41370" y="30048"/>
                  </a:lnTo>
                  <a:lnTo>
                    <a:pt x="82658" y="6217"/>
                  </a:lnTo>
                  <a:lnTo>
                    <a:pt x="113915" y="0"/>
                  </a:lnTo>
                  <a:lnTo>
                    <a:pt x="3600835" y="0"/>
                  </a:lnTo>
                  <a:lnTo>
                    <a:pt x="3646881" y="12344"/>
                  </a:lnTo>
                  <a:lnTo>
                    <a:pt x="3684700" y="41369"/>
                  </a:lnTo>
                  <a:lnTo>
                    <a:pt x="3708532" y="82658"/>
                  </a:lnTo>
                  <a:lnTo>
                    <a:pt x="3714750" y="113914"/>
                  </a:lnTo>
                  <a:lnTo>
                    <a:pt x="3714750" y="2210184"/>
                  </a:lnTo>
                  <a:lnTo>
                    <a:pt x="3702404" y="2256231"/>
                  </a:lnTo>
                  <a:lnTo>
                    <a:pt x="3673379" y="2294050"/>
                  </a:lnTo>
                  <a:lnTo>
                    <a:pt x="3632089" y="2317881"/>
                  </a:lnTo>
                  <a:lnTo>
                    <a:pt x="3608762" y="2323318"/>
                  </a:lnTo>
                  <a:lnTo>
                    <a:pt x="3600835" y="232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399660" y="4210780"/>
            <a:ext cx="2392045" cy="885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650" b="1" spc="-25" dirty="0">
                <a:solidFill>
                  <a:srgbClr val="C31D3A"/>
                </a:solidFill>
                <a:latin typeface="Arial"/>
                <a:cs typeface="Arial"/>
              </a:rPr>
              <a:t>06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Relevant</a:t>
            </a:r>
            <a:r>
              <a:rPr sz="1700" b="1" spc="4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A1A2E"/>
                </a:solidFill>
                <a:latin typeface="Arial"/>
                <a:cs typeface="Arial"/>
              </a:rPr>
              <a:t>Communities</a:t>
            </a:r>
            <a:endParaRPr sz="1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99660" y="5267959"/>
            <a:ext cx="3148330" cy="697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5"/>
              </a:spcBef>
            </a:pP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Help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students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professionals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4A5467"/>
                </a:solidFill>
                <a:latin typeface="Arial MT"/>
                <a:cs typeface="Arial MT"/>
              </a:rPr>
              <a:t>find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events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aligned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with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their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interests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4A5467"/>
                </a:solidFill>
                <a:latin typeface="Arial MT"/>
                <a:cs typeface="Arial MT"/>
              </a:rPr>
              <a:t>and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goals.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dirty="0"/>
              <a:t>System</a:t>
            </a:r>
            <a:r>
              <a:rPr sz="3700" spc="-140" dirty="0"/>
              <a:t> </a:t>
            </a:r>
            <a:r>
              <a:rPr sz="3700" spc="-10" dirty="0"/>
              <a:t>Architecture</a:t>
            </a:r>
            <a:endParaRPr sz="3700"/>
          </a:p>
        </p:txBody>
      </p:sp>
      <p:grpSp>
        <p:nvGrpSpPr>
          <p:cNvPr id="3" name="object 3"/>
          <p:cNvGrpSpPr/>
          <p:nvPr/>
        </p:nvGrpSpPr>
        <p:grpSpPr>
          <a:xfrm>
            <a:off x="-4762" y="758951"/>
            <a:ext cx="12196762" cy="6099047"/>
            <a:chOff x="-4762" y="758951"/>
            <a:chExt cx="12196762" cy="6099047"/>
          </a:xfrm>
        </p:grpSpPr>
        <p:sp>
          <p:nvSpPr>
            <p:cNvPr id="4" name="object 4"/>
            <p:cNvSpPr/>
            <p:nvPr/>
          </p:nvSpPr>
          <p:spPr>
            <a:xfrm>
              <a:off x="0" y="952499"/>
              <a:ext cx="12134850" cy="66675"/>
            </a:xfrm>
            <a:custGeom>
              <a:avLst/>
              <a:gdLst/>
              <a:ahLst/>
              <a:cxnLst/>
              <a:rect l="l" t="t" r="r" b="b"/>
              <a:pathLst>
                <a:path w="12134850" h="66675">
                  <a:moveTo>
                    <a:pt x="12134848" y="66674"/>
                  </a:moveTo>
                  <a:lnTo>
                    <a:pt x="0" y="66674"/>
                  </a:lnTo>
                  <a:lnTo>
                    <a:pt x="0" y="0"/>
                  </a:lnTo>
                  <a:lnTo>
                    <a:pt x="12134848" y="0"/>
                  </a:lnTo>
                  <a:lnTo>
                    <a:pt x="12134848" y="66674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0574" y="1533524"/>
              <a:ext cx="10972800" cy="5048250"/>
            </a:xfrm>
            <a:custGeom>
              <a:avLst/>
              <a:gdLst/>
              <a:ahLst/>
              <a:cxnLst/>
              <a:rect l="l" t="t" r="r" b="b"/>
              <a:pathLst>
                <a:path w="10972800" h="5048250">
                  <a:moveTo>
                    <a:pt x="10524107" y="5048249"/>
                  </a:moveTo>
                  <a:lnTo>
                    <a:pt x="448690" y="5048249"/>
                  </a:lnTo>
                  <a:lnTo>
                    <a:pt x="437676" y="5048114"/>
                  </a:lnTo>
                  <a:lnTo>
                    <a:pt x="393763" y="5044875"/>
                  </a:lnTo>
                  <a:lnTo>
                    <a:pt x="350378" y="5037346"/>
                  </a:lnTo>
                  <a:lnTo>
                    <a:pt x="307941" y="5025602"/>
                  </a:lnTo>
                  <a:lnTo>
                    <a:pt x="266859" y="5009754"/>
                  </a:lnTo>
                  <a:lnTo>
                    <a:pt x="227528" y="4989957"/>
                  </a:lnTo>
                  <a:lnTo>
                    <a:pt x="190328" y="4966399"/>
                  </a:lnTo>
                  <a:lnTo>
                    <a:pt x="155615" y="4939309"/>
                  </a:lnTo>
                  <a:lnTo>
                    <a:pt x="123725" y="4908946"/>
                  </a:lnTo>
                  <a:lnTo>
                    <a:pt x="94964" y="4875604"/>
                  </a:lnTo>
                  <a:lnTo>
                    <a:pt x="69610" y="4839604"/>
                  </a:lnTo>
                  <a:lnTo>
                    <a:pt x="47907" y="4801292"/>
                  </a:lnTo>
                  <a:lnTo>
                    <a:pt x="30064" y="4761036"/>
                  </a:lnTo>
                  <a:lnTo>
                    <a:pt x="16252" y="4719227"/>
                  </a:lnTo>
                  <a:lnTo>
                    <a:pt x="6604" y="4676263"/>
                  </a:lnTo>
                  <a:lnTo>
                    <a:pt x="1215" y="4632562"/>
                  </a:lnTo>
                  <a:lnTo>
                    <a:pt x="0" y="4599558"/>
                  </a:lnTo>
                  <a:lnTo>
                    <a:pt x="0" y="448690"/>
                  </a:lnTo>
                  <a:lnTo>
                    <a:pt x="2160" y="404711"/>
                  </a:lnTo>
                  <a:lnTo>
                    <a:pt x="8621" y="361155"/>
                  </a:lnTo>
                  <a:lnTo>
                    <a:pt x="19320" y="318442"/>
                  </a:lnTo>
                  <a:lnTo>
                    <a:pt x="34154" y="276984"/>
                  </a:lnTo>
                  <a:lnTo>
                    <a:pt x="52980" y="237179"/>
                  </a:lnTo>
                  <a:lnTo>
                    <a:pt x="75617" y="199411"/>
                  </a:lnTo>
                  <a:lnTo>
                    <a:pt x="101848" y="164044"/>
                  </a:lnTo>
                  <a:lnTo>
                    <a:pt x="131418" y="131418"/>
                  </a:lnTo>
                  <a:lnTo>
                    <a:pt x="164044" y="101848"/>
                  </a:lnTo>
                  <a:lnTo>
                    <a:pt x="199411" y="75617"/>
                  </a:lnTo>
                  <a:lnTo>
                    <a:pt x="237179" y="52980"/>
                  </a:lnTo>
                  <a:lnTo>
                    <a:pt x="276984" y="34154"/>
                  </a:lnTo>
                  <a:lnTo>
                    <a:pt x="318442" y="19320"/>
                  </a:lnTo>
                  <a:lnTo>
                    <a:pt x="361155" y="8621"/>
                  </a:lnTo>
                  <a:lnTo>
                    <a:pt x="404711" y="2160"/>
                  </a:lnTo>
                  <a:lnTo>
                    <a:pt x="448690" y="0"/>
                  </a:lnTo>
                  <a:lnTo>
                    <a:pt x="10524107" y="0"/>
                  </a:lnTo>
                  <a:lnTo>
                    <a:pt x="10568087" y="2160"/>
                  </a:lnTo>
                  <a:lnTo>
                    <a:pt x="10611642" y="8621"/>
                  </a:lnTo>
                  <a:lnTo>
                    <a:pt x="10654355" y="19320"/>
                  </a:lnTo>
                  <a:lnTo>
                    <a:pt x="10695812" y="34154"/>
                  </a:lnTo>
                  <a:lnTo>
                    <a:pt x="10735618" y="52980"/>
                  </a:lnTo>
                  <a:lnTo>
                    <a:pt x="10773385" y="75617"/>
                  </a:lnTo>
                  <a:lnTo>
                    <a:pt x="10808754" y="101848"/>
                  </a:lnTo>
                  <a:lnTo>
                    <a:pt x="10841380" y="131418"/>
                  </a:lnTo>
                  <a:lnTo>
                    <a:pt x="10870950" y="164044"/>
                  </a:lnTo>
                  <a:lnTo>
                    <a:pt x="10897180" y="199411"/>
                  </a:lnTo>
                  <a:lnTo>
                    <a:pt x="10919817" y="237179"/>
                  </a:lnTo>
                  <a:lnTo>
                    <a:pt x="10938643" y="276984"/>
                  </a:lnTo>
                  <a:lnTo>
                    <a:pt x="10953478" y="318443"/>
                  </a:lnTo>
                  <a:lnTo>
                    <a:pt x="10964176" y="361155"/>
                  </a:lnTo>
                  <a:lnTo>
                    <a:pt x="10970640" y="404711"/>
                  </a:lnTo>
                  <a:lnTo>
                    <a:pt x="10972799" y="448690"/>
                  </a:lnTo>
                  <a:lnTo>
                    <a:pt x="10972799" y="4599558"/>
                  </a:lnTo>
                  <a:lnTo>
                    <a:pt x="10970640" y="4643537"/>
                  </a:lnTo>
                  <a:lnTo>
                    <a:pt x="10964176" y="4687093"/>
                  </a:lnTo>
                  <a:lnTo>
                    <a:pt x="10953478" y="4729806"/>
                  </a:lnTo>
                  <a:lnTo>
                    <a:pt x="10938643" y="4771264"/>
                  </a:lnTo>
                  <a:lnTo>
                    <a:pt x="10919817" y="4811069"/>
                  </a:lnTo>
                  <a:lnTo>
                    <a:pt x="10897180" y="4848837"/>
                  </a:lnTo>
                  <a:lnTo>
                    <a:pt x="10870950" y="4884205"/>
                  </a:lnTo>
                  <a:lnTo>
                    <a:pt x="10841380" y="4916830"/>
                  </a:lnTo>
                  <a:lnTo>
                    <a:pt x="10808754" y="4946401"/>
                  </a:lnTo>
                  <a:lnTo>
                    <a:pt x="10773386" y="4972630"/>
                  </a:lnTo>
                  <a:lnTo>
                    <a:pt x="10735618" y="4995268"/>
                  </a:lnTo>
                  <a:lnTo>
                    <a:pt x="10695813" y="5014094"/>
                  </a:lnTo>
                  <a:lnTo>
                    <a:pt x="10654355" y="5028928"/>
                  </a:lnTo>
                  <a:lnTo>
                    <a:pt x="10611642" y="5039628"/>
                  </a:lnTo>
                  <a:lnTo>
                    <a:pt x="10568087" y="5046089"/>
                  </a:lnTo>
                  <a:lnTo>
                    <a:pt x="10524107" y="5048249"/>
                  </a:lnTo>
                  <a:close/>
                </a:path>
              </a:pathLst>
            </a:custGeom>
            <a:solidFill>
              <a:srgbClr val="EBF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99" y="2924174"/>
              <a:ext cx="10972800" cy="1095375"/>
            </a:xfrm>
            <a:custGeom>
              <a:avLst/>
              <a:gdLst/>
              <a:ahLst/>
              <a:cxnLst/>
              <a:rect l="l" t="t" r="r" b="b"/>
              <a:pathLst>
                <a:path w="10972800" h="1095375">
                  <a:moveTo>
                    <a:pt x="10881667" y="1095374"/>
                  </a:moveTo>
                  <a:lnTo>
                    <a:pt x="91131" y="1095374"/>
                  </a:lnTo>
                  <a:lnTo>
                    <a:pt x="84788" y="1094749"/>
                  </a:lnTo>
                  <a:lnTo>
                    <a:pt x="48672" y="1082494"/>
                  </a:lnTo>
                  <a:lnTo>
                    <a:pt x="19995" y="1057351"/>
                  </a:lnTo>
                  <a:lnTo>
                    <a:pt x="3123" y="1023148"/>
                  </a:lnTo>
                  <a:lnTo>
                    <a:pt x="0" y="1004242"/>
                  </a:lnTo>
                  <a:lnTo>
                    <a:pt x="0" y="997839"/>
                  </a:lnTo>
                  <a:lnTo>
                    <a:pt x="0" y="91131"/>
                  </a:lnTo>
                  <a:lnTo>
                    <a:pt x="9875" y="54293"/>
                  </a:lnTo>
                  <a:lnTo>
                    <a:pt x="33096" y="24038"/>
                  </a:lnTo>
                  <a:lnTo>
                    <a:pt x="66127" y="4973"/>
                  </a:lnTo>
                  <a:lnTo>
                    <a:pt x="91131" y="0"/>
                  </a:lnTo>
                  <a:lnTo>
                    <a:pt x="10881667" y="0"/>
                  </a:lnTo>
                  <a:lnTo>
                    <a:pt x="10918503" y="9875"/>
                  </a:lnTo>
                  <a:lnTo>
                    <a:pt x="10948758" y="33095"/>
                  </a:lnTo>
                  <a:lnTo>
                    <a:pt x="10967822" y="66127"/>
                  </a:lnTo>
                  <a:lnTo>
                    <a:pt x="10972798" y="91131"/>
                  </a:lnTo>
                  <a:lnTo>
                    <a:pt x="10972798" y="1004242"/>
                  </a:lnTo>
                  <a:lnTo>
                    <a:pt x="10962922" y="1041080"/>
                  </a:lnTo>
                  <a:lnTo>
                    <a:pt x="10939701" y="1071335"/>
                  </a:lnTo>
                  <a:lnTo>
                    <a:pt x="10906669" y="1090400"/>
                  </a:lnTo>
                  <a:lnTo>
                    <a:pt x="10888010" y="1094749"/>
                  </a:lnTo>
                  <a:lnTo>
                    <a:pt x="10881667" y="1095374"/>
                  </a:lnTo>
                  <a:close/>
                </a:path>
              </a:pathLst>
            </a:custGeom>
            <a:solidFill>
              <a:srgbClr val="FF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599" y="4391024"/>
              <a:ext cx="10972800" cy="1095375"/>
            </a:xfrm>
            <a:custGeom>
              <a:avLst/>
              <a:gdLst/>
              <a:ahLst/>
              <a:cxnLst/>
              <a:rect l="l" t="t" r="r" b="b"/>
              <a:pathLst>
                <a:path w="10972800" h="1095375">
                  <a:moveTo>
                    <a:pt x="10881667" y="1095374"/>
                  </a:moveTo>
                  <a:lnTo>
                    <a:pt x="91131" y="1095374"/>
                  </a:lnTo>
                  <a:lnTo>
                    <a:pt x="84788" y="1094749"/>
                  </a:lnTo>
                  <a:lnTo>
                    <a:pt x="48672" y="1082494"/>
                  </a:lnTo>
                  <a:lnTo>
                    <a:pt x="19995" y="1057351"/>
                  </a:lnTo>
                  <a:lnTo>
                    <a:pt x="3123" y="1023148"/>
                  </a:lnTo>
                  <a:lnTo>
                    <a:pt x="0" y="1004242"/>
                  </a:lnTo>
                  <a:lnTo>
                    <a:pt x="0" y="997839"/>
                  </a:lnTo>
                  <a:lnTo>
                    <a:pt x="0" y="91131"/>
                  </a:lnTo>
                  <a:lnTo>
                    <a:pt x="9875" y="54293"/>
                  </a:lnTo>
                  <a:lnTo>
                    <a:pt x="33096" y="24038"/>
                  </a:lnTo>
                  <a:lnTo>
                    <a:pt x="66127" y="4973"/>
                  </a:lnTo>
                  <a:lnTo>
                    <a:pt x="91131" y="0"/>
                  </a:lnTo>
                  <a:lnTo>
                    <a:pt x="10881667" y="0"/>
                  </a:lnTo>
                  <a:lnTo>
                    <a:pt x="10918503" y="9874"/>
                  </a:lnTo>
                  <a:lnTo>
                    <a:pt x="10948758" y="33095"/>
                  </a:lnTo>
                  <a:lnTo>
                    <a:pt x="10967822" y="66126"/>
                  </a:lnTo>
                  <a:lnTo>
                    <a:pt x="10972798" y="91131"/>
                  </a:lnTo>
                  <a:lnTo>
                    <a:pt x="10972798" y="1004242"/>
                  </a:lnTo>
                  <a:lnTo>
                    <a:pt x="10962922" y="1041080"/>
                  </a:lnTo>
                  <a:lnTo>
                    <a:pt x="10939701" y="1071335"/>
                  </a:lnTo>
                  <a:lnTo>
                    <a:pt x="10906669" y="1090400"/>
                  </a:lnTo>
                  <a:lnTo>
                    <a:pt x="10888010" y="1094749"/>
                  </a:lnTo>
                  <a:lnTo>
                    <a:pt x="10881667" y="1095374"/>
                  </a:lnTo>
                  <a:close/>
                </a:path>
              </a:pathLst>
            </a:custGeom>
            <a:solidFill>
              <a:srgbClr val="F0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919" y="5650991"/>
              <a:ext cx="5495925" cy="1036319"/>
            </a:xfrm>
            <a:custGeom>
              <a:avLst/>
              <a:gdLst/>
              <a:ahLst/>
              <a:cxnLst/>
              <a:rect l="l" t="t" r="r" b="b"/>
              <a:pathLst>
                <a:path w="5495925" h="1036320">
                  <a:moveTo>
                    <a:pt x="5495543" y="1036319"/>
                  </a:moveTo>
                  <a:lnTo>
                    <a:pt x="0" y="1036319"/>
                  </a:lnTo>
                  <a:lnTo>
                    <a:pt x="0" y="0"/>
                  </a:lnTo>
                  <a:lnTo>
                    <a:pt x="5495543" y="0"/>
                  </a:lnTo>
                  <a:lnTo>
                    <a:pt x="5495543" y="92582"/>
                  </a:lnTo>
                  <a:lnTo>
                    <a:pt x="204215" y="92582"/>
                  </a:lnTo>
                  <a:lnTo>
                    <a:pt x="195545" y="93001"/>
                  </a:lnTo>
                  <a:lnTo>
                    <a:pt x="155310" y="107401"/>
                  </a:lnTo>
                  <a:lnTo>
                    <a:pt x="126608" y="139062"/>
                  </a:lnTo>
                  <a:lnTo>
                    <a:pt x="116204" y="180593"/>
                  </a:lnTo>
                  <a:lnTo>
                    <a:pt x="116204" y="833246"/>
                  </a:lnTo>
                  <a:lnTo>
                    <a:pt x="126609" y="874775"/>
                  </a:lnTo>
                  <a:lnTo>
                    <a:pt x="155310" y="906438"/>
                  </a:lnTo>
                  <a:lnTo>
                    <a:pt x="195546" y="920838"/>
                  </a:lnTo>
                  <a:lnTo>
                    <a:pt x="204215" y="921257"/>
                  </a:lnTo>
                  <a:lnTo>
                    <a:pt x="5495543" y="921257"/>
                  </a:lnTo>
                  <a:lnTo>
                    <a:pt x="5495543" y="1036319"/>
                  </a:lnTo>
                  <a:close/>
                </a:path>
                <a:path w="5495925" h="1036320">
                  <a:moveTo>
                    <a:pt x="5495543" y="921257"/>
                  </a:moveTo>
                  <a:lnTo>
                    <a:pt x="5314568" y="921257"/>
                  </a:lnTo>
                  <a:lnTo>
                    <a:pt x="5323238" y="920838"/>
                  </a:lnTo>
                  <a:lnTo>
                    <a:pt x="5331741" y="919582"/>
                  </a:lnTo>
                  <a:lnTo>
                    <a:pt x="5370375" y="901313"/>
                  </a:lnTo>
                  <a:lnTo>
                    <a:pt x="5395880" y="866926"/>
                  </a:lnTo>
                  <a:lnTo>
                    <a:pt x="5402579" y="833246"/>
                  </a:lnTo>
                  <a:lnTo>
                    <a:pt x="5402579" y="180593"/>
                  </a:lnTo>
                  <a:lnTo>
                    <a:pt x="5392175" y="139062"/>
                  </a:lnTo>
                  <a:lnTo>
                    <a:pt x="5363473" y="107401"/>
                  </a:lnTo>
                  <a:lnTo>
                    <a:pt x="5323238" y="93001"/>
                  </a:lnTo>
                  <a:lnTo>
                    <a:pt x="5314568" y="92582"/>
                  </a:lnTo>
                  <a:lnTo>
                    <a:pt x="5495543" y="92582"/>
                  </a:lnTo>
                  <a:lnTo>
                    <a:pt x="5495543" y="921257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599" y="5734049"/>
              <a:ext cx="5305425" cy="847725"/>
            </a:xfrm>
            <a:custGeom>
              <a:avLst/>
              <a:gdLst/>
              <a:ahLst/>
              <a:cxnLst/>
              <a:rect l="l" t="t" r="r" b="b"/>
              <a:pathLst>
                <a:path w="5305425" h="847725">
                  <a:moveTo>
                    <a:pt x="5214292" y="847724"/>
                  </a:moveTo>
                  <a:lnTo>
                    <a:pt x="91131" y="847724"/>
                  </a:lnTo>
                  <a:lnTo>
                    <a:pt x="84788" y="847099"/>
                  </a:lnTo>
                  <a:lnTo>
                    <a:pt x="48672" y="834844"/>
                  </a:lnTo>
                  <a:lnTo>
                    <a:pt x="19995" y="809701"/>
                  </a:lnTo>
                  <a:lnTo>
                    <a:pt x="3123" y="775497"/>
                  </a:lnTo>
                  <a:lnTo>
                    <a:pt x="0" y="756592"/>
                  </a:lnTo>
                  <a:lnTo>
                    <a:pt x="0" y="750189"/>
                  </a:lnTo>
                  <a:lnTo>
                    <a:pt x="0" y="91131"/>
                  </a:lnTo>
                  <a:lnTo>
                    <a:pt x="9875" y="54292"/>
                  </a:lnTo>
                  <a:lnTo>
                    <a:pt x="33096" y="24039"/>
                  </a:lnTo>
                  <a:lnTo>
                    <a:pt x="66127" y="4973"/>
                  </a:lnTo>
                  <a:lnTo>
                    <a:pt x="91131" y="0"/>
                  </a:lnTo>
                  <a:lnTo>
                    <a:pt x="5214292" y="0"/>
                  </a:lnTo>
                  <a:lnTo>
                    <a:pt x="5251129" y="9874"/>
                  </a:lnTo>
                  <a:lnTo>
                    <a:pt x="5281384" y="33095"/>
                  </a:lnTo>
                  <a:lnTo>
                    <a:pt x="5300450" y="66125"/>
                  </a:lnTo>
                  <a:lnTo>
                    <a:pt x="5305424" y="91131"/>
                  </a:lnTo>
                  <a:lnTo>
                    <a:pt x="5305424" y="756592"/>
                  </a:lnTo>
                  <a:lnTo>
                    <a:pt x="5295548" y="793430"/>
                  </a:lnTo>
                  <a:lnTo>
                    <a:pt x="5272327" y="823684"/>
                  </a:lnTo>
                  <a:lnTo>
                    <a:pt x="5239296" y="842750"/>
                  </a:lnTo>
                  <a:lnTo>
                    <a:pt x="5220634" y="847099"/>
                  </a:lnTo>
                  <a:lnTo>
                    <a:pt x="5214292" y="847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69151" y="5650991"/>
              <a:ext cx="5495925" cy="1036319"/>
            </a:xfrm>
            <a:custGeom>
              <a:avLst/>
              <a:gdLst/>
              <a:ahLst/>
              <a:cxnLst/>
              <a:rect l="l" t="t" r="r" b="b"/>
              <a:pathLst>
                <a:path w="5495925" h="1036320">
                  <a:moveTo>
                    <a:pt x="5495543" y="1036319"/>
                  </a:moveTo>
                  <a:lnTo>
                    <a:pt x="0" y="1036319"/>
                  </a:lnTo>
                  <a:lnTo>
                    <a:pt x="0" y="0"/>
                  </a:lnTo>
                  <a:lnTo>
                    <a:pt x="5495543" y="0"/>
                  </a:lnTo>
                  <a:lnTo>
                    <a:pt x="5495543" y="92582"/>
                  </a:lnTo>
                  <a:lnTo>
                    <a:pt x="205358" y="92582"/>
                  </a:lnTo>
                  <a:lnTo>
                    <a:pt x="196688" y="93001"/>
                  </a:lnTo>
                  <a:lnTo>
                    <a:pt x="156453" y="107401"/>
                  </a:lnTo>
                  <a:lnTo>
                    <a:pt x="127751" y="139062"/>
                  </a:lnTo>
                  <a:lnTo>
                    <a:pt x="117347" y="180593"/>
                  </a:lnTo>
                  <a:lnTo>
                    <a:pt x="117347" y="833246"/>
                  </a:lnTo>
                  <a:lnTo>
                    <a:pt x="127751" y="874775"/>
                  </a:lnTo>
                  <a:lnTo>
                    <a:pt x="156453" y="906438"/>
                  </a:lnTo>
                  <a:lnTo>
                    <a:pt x="196689" y="920838"/>
                  </a:lnTo>
                  <a:lnTo>
                    <a:pt x="205358" y="921257"/>
                  </a:lnTo>
                  <a:lnTo>
                    <a:pt x="5495543" y="921257"/>
                  </a:lnTo>
                  <a:lnTo>
                    <a:pt x="5495543" y="1036319"/>
                  </a:lnTo>
                  <a:close/>
                </a:path>
                <a:path w="5495925" h="1036320">
                  <a:moveTo>
                    <a:pt x="5495543" y="921257"/>
                  </a:moveTo>
                  <a:lnTo>
                    <a:pt x="5315711" y="921257"/>
                  </a:lnTo>
                  <a:lnTo>
                    <a:pt x="5324381" y="920838"/>
                  </a:lnTo>
                  <a:lnTo>
                    <a:pt x="5332884" y="919582"/>
                  </a:lnTo>
                  <a:lnTo>
                    <a:pt x="5371517" y="901313"/>
                  </a:lnTo>
                  <a:lnTo>
                    <a:pt x="5397021" y="866926"/>
                  </a:lnTo>
                  <a:lnTo>
                    <a:pt x="5403722" y="833246"/>
                  </a:lnTo>
                  <a:lnTo>
                    <a:pt x="5403722" y="180593"/>
                  </a:lnTo>
                  <a:lnTo>
                    <a:pt x="5393317" y="139062"/>
                  </a:lnTo>
                  <a:lnTo>
                    <a:pt x="5364616" y="107401"/>
                  </a:lnTo>
                  <a:lnTo>
                    <a:pt x="5324381" y="93001"/>
                  </a:lnTo>
                  <a:lnTo>
                    <a:pt x="5315711" y="92582"/>
                  </a:lnTo>
                  <a:lnTo>
                    <a:pt x="5495543" y="92582"/>
                  </a:lnTo>
                  <a:lnTo>
                    <a:pt x="5495543" y="921257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76974" y="5734049"/>
              <a:ext cx="5305425" cy="847725"/>
            </a:xfrm>
            <a:custGeom>
              <a:avLst/>
              <a:gdLst/>
              <a:ahLst/>
              <a:cxnLst/>
              <a:rect l="l" t="t" r="r" b="b"/>
              <a:pathLst>
                <a:path w="5305425" h="847725">
                  <a:moveTo>
                    <a:pt x="5214292" y="847724"/>
                  </a:moveTo>
                  <a:lnTo>
                    <a:pt x="91131" y="847724"/>
                  </a:lnTo>
                  <a:lnTo>
                    <a:pt x="84788" y="847099"/>
                  </a:lnTo>
                  <a:lnTo>
                    <a:pt x="48671" y="834844"/>
                  </a:lnTo>
                  <a:lnTo>
                    <a:pt x="19995" y="809701"/>
                  </a:lnTo>
                  <a:lnTo>
                    <a:pt x="3123" y="775497"/>
                  </a:lnTo>
                  <a:lnTo>
                    <a:pt x="0" y="756592"/>
                  </a:lnTo>
                  <a:lnTo>
                    <a:pt x="0" y="750189"/>
                  </a:lnTo>
                  <a:lnTo>
                    <a:pt x="0" y="91131"/>
                  </a:lnTo>
                  <a:lnTo>
                    <a:pt x="9874" y="54292"/>
                  </a:lnTo>
                  <a:lnTo>
                    <a:pt x="33095" y="24039"/>
                  </a:lnTo>
                  <a:lnTo>
                    <a:pt x="66126" y="4973"/>
                  </a:lnTo>
                  <a:lnTo>
                    <a:pt x="91131" y="0"/>
                  </a:lnTo>
                  <a:lnTo>
                    <a:pt x="5214292" y="0"/>
                  </a:lnTo>
                  <a:lnTo>
                    <a:pt x="5251129" y="9874"/>
                  </a:lnTo>
                  <a:lnTo>
                    <a:pt x="5281384" y="33095"/>
                  </a:lnTo>
                  <a:lnTo>
                    <a:pt x="5300448" y="66125"/>
                  </a:lnTo>
                  <a:lnTo>
                    <a:pt x="5305423" y="91131"/>
                  </a:lnTo>
                  <a:lnTo>
                    <a:pt x="5305423" y="756592"/>
                  </a:lnTo>
                  <a:lnTo>
                    <a:pt x="5295548" y="793430"/>
                  </a:lnTo>
                  <a:lnTo>
                    <a:pt x="5272326" y="823684"/>
                  </a:lnTo>
                  <a:lnTo>
                    <a:pt x="5239294" y="842750"/>
                  </a:lnTo>
                  <a:lnTo>
                    <a:pt x="5220635" y="847099"/>
                  </a:lnTo>
                  <a:lnTo>
                    <a:pt x="5214292" y="847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758951"/>
              <a:ext cx="12192000" cy="174625"/>
            </a:xfrm>
            <a:custGeom>
              <a:avLst/>
              <a:gdLst/>
              <a:ahLst/>
              <a:cxnLst/>
              <a:rect l="l" t="t" r="r" b="b"/>
              <a:pathLst>
                <a:path w="12192000" h="174625">
                  <a:moveTo>
                    <a:pt x="12191999" y="174497"/>
                  </a:moveTo>
                  <a:lnTo>
                    <a:pt x="0" y="174497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74497"/>
                  </a:lnTo>
                  <a:close/>
                </a:path>
              </a:pathLst>
            </a:custGeom>
            <a:solidFill>
              <a:srgbClr val="69D32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4762" y="933449"/>
              <a:ext cx="12196762" cy="59245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dirty="0"/>
              <a:t>Key</a:t>
            </a:r>
            <a:r>
              <a:rPr sz="3700" spc="-5" dirty="0"/>
              <a:t> </a:t>
            </a:r>
            <a:r>
              <a:rPr sz="3700" spc="-10" dirty="0"/>
              <a:t>Features</a:t>
            </a:r>
            <a:endParaRPr sz="3700"/>
          </a:p>
        </p:txBody>
      </p:sp>
      <p:sp>
        <p:nvSpPr>
          <p:cNvPr id="3" name="object 3"/>
          <p:cNvSpPr/>
          <p:nvPr/>
        </p:nvSpPr>
        <p:spPr>
          <a:xfrm>
            <a:off x="0" y="1095374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98119" y="1350263"/>
            <a:ext cx="3023870" cy="2651760"/>
            <a:chOff x="198119" y="1350263"/>
            <a:chExt cx="3023870" cy="2651760"/>
          </a:xfrm>
        </p:grpSpPr>
        <p:sp>
          <p:nvSpPr>
            <p:cNvPr id="5" name="object 5"/>
            <p:cNvSpPr/>
            <p:nvPr/>
          </p:nvSpPr>
          <p:spPr>
            <a:xfrm>
              <a:off x="198119" y="1350263"/>
              <a:ext cx="3023870" cy="2651760"/>
            </a:xfrm>
            <a:custGeom>
              <a:avLst/>
              <a:gdLst/>
              <a:ahLst/>
              <a:cxnLst/>
              <a:rect l="l" t="t" r="r" b="b"/>
              <a:pathLst>
                <a:path w="3023870" h="2651760">
                  <a:moveTo>
                    <a:pt x="3023615" y="2651759"/>
                  </a:moveTo>
                  <a:lnTo>
                    <a:pt x="0" y="2651759"/>
                  </a:lnTo>
                  <a:lnTo>
                    <a:pt x="0" y="0"/>
                  </a:lnTo>
                  <a:lnTo>
                    <a:pt x="3023615" y="0"/>
                  </a:lnTo>
                  <a:lnTo>
                    <a:pt x="3023615" y="126110"/>
                  </a:lnTo>
                  <a:lnTo>
                    <a:pt x="285749" y="126110"/>
                  </a:lnTo>
                  <a:lnTo>
                    <a:pt x="274677" y="126645"/>
                  </a:lnTo>
                  <a:lnTo>
                    <a:pt x="232713" y="139397"/>
                  </a:lnTo>
                  <a:lnTo>
                    <a:pt x="198823" y="167237"/>
                  </a:lnTo>
                  <a:lnTo>
                    <a:pt x="178167" y="205927"/>
                  </a:lnTo>
                  <a:lnTo>
                    <a:pt x="173354" y="238505"/>
                  </a:lnTo>
                  <a:lnTo>
                    <a:pt x="173354" y="2366390"/>
                  </a:lnTo>
                  <a:lnTo>
                    <a:pt x="181910" y="2409401"/>
                  </a:lnTo>
                  <a:lnTo>
                    <a:pt x="206274" y="2445865"/>
                  </a:lnTo>
                  <a:lnTo>
                    <a:pt x="242738" y="2470229"/>
                  </a:lnTo>
                  <a:lnTo>
                    <a:pt x="285749" y="2478785"/>
                  </a:lnTo>
                  <a:lnTo>
                    <a:pt x="3023615" y="2478785"/>
                  </a:lnTo>
                  <a:lnTo>
                    <a:pt x="3023615" y="2651759"/>
                  </a:lnTo>
                  <a:close/>
                </a:path>
                <a:path w="3023870" h="2651760">
                  <a:moveTo>
                    <a:pt x="3023615" y="2478785"/>
                  </a:moveTo>
                  <a:lnTo>
                    <a:pt x="2785109" y="2478785"/>
                  </a:lnTo>
                  <a:lnTo>
                    <a:pt x="2796181" y="2478250"/>
                  </a:lnTo>
                  <a:lnTo>
                    <a:pt x="2807040" y="2476646"/>
                  </a:lnTo>
                  <a:lnTo>
                    <a:pt x="2847564" y="2459860"/>
                  </a:lnTo>
                  <a:lnTo>
                    <a:pt x="2878580" y="2428845"/>
                  </a:lnTo>
                  <a:lnTo>
                    <a:pt x="2895365" y="2388321"/>
                  </a:lnTo>
                  <a:lnTo>
                    <a:pt x="2897504" y="2366390"/>
                  </a:lnTo>
                  <a:lnTo>
                    <a:pt x="2897504" y="238505"/>
                  </a:lnTo>
                  <a:lnTo>
                    <a:pt x="2888949" y="195494"/>
                  </a:lnTo>
                  <a:lnTo>
                    <a:pt x="2864584" y="159030"/>
                  </a:lnTo>
                  <a:lnTo>
                    <a:pt x="2828121" y="134666"/>
                  </a:lnTo>
                  <a:lnTo>
                    <a:pt x="2785109" y="126110"/>
                  </a:lnTo>
                  <a:lnTo>
                    <a:pt x="3023615" y="126110"/>
                  </a:lnTo>
                  <a:lnTo>
                    <a:pt x="3023615" y="2478785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1949" y="1466850"/>
              <a:ext cx="2743200" cy="2371725"/>
            </a:xfrm>
            <a:custGeom>
              <a:avLst/>
              <a:gdLst/>
              <a:ahLst/>
              <a:cxnLst/>
              <a:rect l="l" t="t" r="r" b="b"/>
              <a:pathLst>
                <a:path w="2743200" h="2371725">
                  <a:moveTo>
                    <a:pt x="2629285" y="2371724"/>
                  </a:moveTo>
                  <a:lnTo>
                    <a:pt x="113914" y="2371724"/>
                  </a:lnTo>
                  <a:lnTo>
                    <a:pt x="105986" y="2370943"/>
                  </a:lnTo>
                  <a:lnTo>
                    <a:pt x="67867" y="2359379"/>
                  </a:lnTo>
                  <a:lnTo>
                    <a:pt x="30048" y="2330353"/>
                  </a:lnTo>
                  <a:lnTo>
                    <a:pt x="6217" y="2289065"/>
                  </a:lnTo>
                  <a:lnTo>
                    <a:pt x="0" y="2257809"/>
                  </a:lnTo>
                  <a:lnTo>
                    <a:pt x="0" y="2249804"/>
                  </a:lnTo>
                  <a:lnTo>
                    <a:pt x="0" y="113914"/>
                  </a:lnTo>
                  <a:lnTo>
                    <a:pt x="12344" y="67866"/>
                  </a:lnTo>
                  <a:lnTo>
                    <a:pt x="41370" y="30048"/>
                  </a:lnTo>
                  <a:lnTo>
                    <a:pt x="82659" y="6216"/>
                  </a:lnTo>
                  <a:lnTo>
                    <a:pt x="113914" y="0"/>
                  </a:lnTo>
                  <a:lnTo>
                    <a:pt x="2629285" y="0"/>
                  </a:lnTo>
                  <a:lnTo>
                    <a:pt x="2675331" y="12344"/>
                  </a:lnTo>
                  <a:lnTo>
                    <a:pt x="2713150" y="41370"/>
                  </a:lnTo>
                  <a:lnTo>
                    <a:pt x="2736982" y="82658"/>
                  </a:lnTo>
                  <a:lnTo>
                    <a:pt x="2743199" y="113914"/>
                  </a:lnTo>
                  <a:lnTo>
                    <a:pt x="2743199" y="2257809"/>
                  </a:lnTo>
                  <a:lnTo>
                    <a:pt x="2730855" y="2303857"/>
                  </a:lnTo>
                  <a:lnTo>
                    <a:pt x="2701829" y="2341675"/>
                  </a:lnTo>
                  <a:lnTo>
                    <a:pt x="2660540" y="2365506"/>
                  </a:lnTo>
                  <a:lnTo>
                    <a:pt x="2637213" y="2370943"/>
                  </a:lnTo>
                  <a:lnTo>
                    <a:pt x="2629285" y="2371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6349" y="1704975"/>
              <a:ext cx="676274" cy="67627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95411" y="2574956"/>
            <a:ext cx="2284095" cy="805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1A1A2E"/>
                </a:solidFill>
                <a:latin typeface="Arial"/>
                <a:cs typeface="Arial"/>
              </a:rPr>
              <a:t>Role-</a:t>
            </a:r>
            <a:r>
              <a:rPr sz="1600" b="1" dirty="0">
                <a:solidFill>
                  <a:srgbClr val="1A1A2E"/>
                </a:solidFill>
                <a:latin typeface="Arial"/>
                <a:cs typeface="Arial"/>
              </a:rPr>
              <a:t>Based</a:t>
            </a:r>
            <a:r>
              <a:rPr sz="1600" b="1" spc="-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A1A2E"/>
                </a:solidFill>
                <a:latin typeface="Arial"/>
                <a:cs typeface="Arial"/>
              </a:rPr>
              <a:t>Experience</a:t>
            </a:r>
            <a:endParaRPr sz="1600">
              <a:latin typeface="Arial"/>
              <a:cs typeface="Arial"/>
            </a:endParaRPr>
          </a:p>
          <a:p>
            <a:pPr marL="34290" marR="26670" algn="ctr">
              <a:lnSpc>
                <a:spcPct val="101000"/>
              </a:lnSpc>
              <a:spcBef>
                <a:spcPts val="1065"/>
              </a:spcBef>
            </a:pP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Account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access</a:t>
            </a:r>
            <a:r>
              <a:rPr sz="1300" spc="5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for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attendees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platform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operations.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30295" y="1350263"/>
            <a:ext cx="3023870" cy="2651760"/>
            <a:chOff x="3130295" y="1350263"/>
            <a:chExt cx="3023870" cy="2651760"/>
          </a:xfrm>
        </p:grpSpPr>
        <p:sp>
          <p:nvSpPr>
            <p:cNvPr id="10" name="object 10"/>
            <p:cNvSpPr/>
            <p:nvPr/>
          </p:nvSpPr>
          <p:spPr>
            <a:xfrm>
              <a:off x="3130295" y="1350263"/>
              <a:ext cx="3023870" cy="2651760"/>
            </a:xfrm>
            <a:custGeom>
              <a:avLst/>
              <a:gdLst/>
              <a:ahLst/>
              <a:cxnLst/>
              <a:rect l="l" t="t" r="r" b="b"/>
              <a:pathLst>
                <a:path w="3023870" h="2651760">
                  <a:moveTo>
                    <a:pt x="3023615" y="2651759"/>
                  </a:moveTo>
                  <a:lnTo>
                    <a:pt x="0" y="2651759"/>
                  </a:lnTo>
                  <a:lnTo>
                    <a:pt x="0" y="0"/>
                  </a:lnTo>
                  <a:lnTo>
                    <a:pt x="3023615" y="0"/>
                  </a:lnTo>
                  <a:lnTo>
                    <a:pt x="3023615" y="126110"/>
                  </a:lnTo>
                  <a:lnTo>
                    <a:pt x="287273" y="126110"/>
                  </a:lnTo>
                  <a:lnTo>
                    <a:pt x="276201" y="126645"/>
                  </a:lnTo>
                  <a:lnTo>
                    <a:pt x="234237" y="139397"/>
                  </a:lnTo>
                  <a:lnTo>
                    <a:pt x="200347" y="167237"/>
                  </a:lnTo>
                  <a:lnTo>
                    <a:pt x="179691" y="205927"/>
                  </a:lnTo>
                  <a:lnTo>
                    <a:pt x="174878" y="238505"/>
                  </a:lnTo>
                  <a:lnTo>
                    <a:pt x="174878" y="2366390"/>
                  </a:lnTo>
                  <a:lnTo>
                    <a:pt x="183433" y="2409401"/>
                  </a:lnTo>
                  <a:lnTo>
                    <a:pt x="207798" y="2445865"/>
                  </a:lnTo>
                  <a:lnTo>
                    <a:pt x="244261" y="2470229"/>
                  </a:lnTo>
                  <a:lnTo>
                    <a:pt x="287273" y="2478785"/>
                  </a:lnTo>
                  <a:lnTo>
                    <a:pt x="3023615" y="2478785"/>
                  </a:lnTo>
                  <a:lnTo>
                    <a:pt x="3023615" y="2651759"/>
                  </a:lnTo>
                  <a:close/>
                </a:path>
                <a:path w="3023870" h="2651760">
                  <a:moveTo>
                    <a:pt x="3023615" y="2478785"/>
                  </a:moveTo>
                  <a:lnTo>
                    <a:pt x="2786633" y="2478785"/>
                  </a:lnTo>
                  <a:lnTo>
                    <a:pt x="2797705" y="2478250"/>
                  </a:lnTo>
                  <a:lnTo>
                    <a:pt x="2808564" y="2476646"/>
                  </a:lnTo>
                  <a:lnTo>
                    <a:pt x="2849088" y="2459860"/>
                  </a:lnTo>
                  <a:lnTo>
                    <a:pt x="2880103" y="2428845"/>
                  </a:lnTo>
                  <a:lnTo>
                    <a:pt x="2896889" y="2388321"/>
                  </a:lnTo>
                  <a:lnTo>
                    <a:pt x="2899028" y="2366390"/>
                  </a:lnTo>
                  <a:lnTo>
                    <a:pt x="2899028" y="238505"/>
                  </a:lnTo>
                  <a:lnTo>
                    <a:pt x="2890472" y="195494"/>
                  </a:lnTo>
                  <a:lnTo>
                    <a:pt x="2866108" y="159030"/>
                  </a:lnTo>
                  <a:lnTo>
                    <a:pt x="2829645" y="134666"/>
                  </a:lnTo>
                  <a:lnTo>
                    <a:pt x="2786633" y="126110"/>
                  </a:lnTo>
                  <a:lnTo>
                    <a:pt x="3023615" y="126110"/>
                  </a:lnTo>
                  <a:lnTo>
                    <a:pt x="3023615" y="2478785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95649" y="1466850"/>
              <a:ext cx="2743200" cy="2371725"/>
            </a:xfrm>
            <a:custGeom>
              <a:avLst/>
              <a:gdLst/>
              <a:ahLst/>
              <a:cxnLst/>
              <a:rect l="l" t="t" r="r" b="b"/>
              <a:pathLst>
                <a:path w="2743200" h="2371725">
                  <a:moveTo>
                    <a:pt x="2629284" y="2371724"/>
                  </a:moveTo>
                  <a:lnTo>
                    <a:pt x="113914" y="2371724"/>
                  </a:lnTo>
                  <a:lnTo>
                    <a:pt x="105986" y="2370943"/>
                  </a:lnTo>
                  <a:lnTo>
                    <a:pt x="67867" y="2359379"/>
                  </a:lnTo>
                  <a:lnTo>
                    <a:pt x="30048" y="2330353"/>
                  </a:lnTo>
                  <a:lnTo>
                    <a:pt x="6217" y="2289065"/>
                  </a:lnTo>
                  <a:lnTo>
                    <a:pt x="0" y="2257809"/>
                  </a:lnTo>
                  <a:lnTo>
                    <a:pt x="0" y="2249804"/>
                  </a:lnTo>
                  <a:lnTo>
                    <a:pt x="0" y="113914"/>
                  </a:lnTo>
                  <a:lnTo>
                    <a:pt x="12344" y="67866"/>
                  </a:lnTo>
                  <a:lnTo>
                    <a:pt x="41370" y="30048"/>
                  </a:lnTo>
                  <a:lnTo>
                    <a:pt x="82659" y="6216"/>
                  </a:lnTo>
                  <a:lnTo>
                    <a:pt x="113914" y="0"/>
                  </a:lnTo>
                  <a:lnTo>
                    <a:pt x="2629284" y="0"/>
                  </a:lnTo>
                  <a:lnTo>
                    <a:pt x="2675332" y="12344"/>
                  </a:lnTo>
                  <a:lnTo>
                    <a:pt x="2713150" y="41370"/>
                  </a:lnTo>
                  <a:lnTo>
                    <a:pt x="2736981" y="82658"/>
                  </a:lnTo>
                  <a:lnTo>
                    <a:pt x="2743199" y="113914"/>
                  </a:lnTo>
                  <a:lnTo>
                    <a:pt x="2743199" y="2257809"/>
                  </a:lnTo>
                  <a:lnTo>
                    <a:pt x="2730854" y="2303857"/>
                  </a:lnTo>
                  <a:lnTo>
                    <a:pt x="2701829" y="2341675"/>
                  </a:lnTo>
                  <a:lnTo>
                    <a:pt x="2660540" y="2365506"/>
                  </a:lnTo>
                  <a:lnTo>
                    <a:pt x="2637213" y="2370943"/>
                  </a:lnTo>
                  <a:lnTo>
                    <a:pt x="2629284" y="2371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10049" y="1704975"/>
              <a:ext cx="666749" cy="67627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557835" y="2574956"/>
            <a:ext cx="2211070" cy="100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1A2E"/>
                </a:solidFill>
                <a:latin typeface="Arial"/>
                <a:cs typeface="Arial"/>
              </a:rPr>
              <a:t>Event</a:t>
            </a:r>
            <a:r>
              <a:rPr sz="1600" b="1" spc="-3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A1A2E"/>
                </a:solidFill>
                <a:latin typeface="Arial"/>
                <a:cs typeface="Arial"/>
              </a:rPr>
              <a:t>Discovery</a:t>
            </a:r>
            <a:endParaRPr sz="1600">
              <a:latin typeface="Arial"/>
              <a:cs typeface="Arial"/>
            </a:endParaRPr>
          </a:p>
          <a:p>
            <a:pPr marL="12700" marR="5080" algn="ctr">
              <a:lnSpc>
                <a:spcPct val="101000"/>
              </a:lnSpc>
              <a:spcBef>
                <a:spcPts val="1065"/>
              </a:spcBef>
            </a:pP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Filter</a:t>
            </a:r>
            <a:r>
              <a:rPr sz="1300" spc="5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workshops,</a:t>
            </a:r>
            <a:r>
              <a:rPr sz="1300" spc="5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networking,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hackathons,</a:t>
            </a:r>
            <a:r>
              <a:rPr sz="1300" spc="6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career</a:t>
            </a:r>
            <a:r>
              <a:rPr sz="1300" spc="6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fairs,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webinars,</a:t>
            </a:r>
            <a:r>
              <a:rPr sz="1300" spc="5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300" spc="5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conferences.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56375" y="1350263"/>
            <a:ext cx="3023870" cy="2651760"/>
            <a:chOff x="6056375" y="1350263"/>
            <a:chExt cx="3023870" cy="2651760"/>
          </a:xfrm>
        </p:grpSpPr>
        <p:sp>
          <p:nvSpPr>
            <p:cNvPr id="15" name="object 15"/>
            <p:cNvSpPr/>
            <p:nvPr/>
          </p:nvSpPr>
          <p:spPr>
            <a:xfrm>
              <a:off x="6056375" y="1350263"/>
              <a:ext cx="3023870" cy="2651760"/>
            </a:xfrm>
            <a:custGeom>
              <a:avLst/>
              <a:gdLst/>
              <a:ahLst/>
              <a:cxnLst/>
              <a:rect l="l" t="t" r="r" b="b"/>
              <a:pathLst>
                <a:path w="3023870" h="2651760">
                  <a:moveTo>
                    <a:pt x="3023615" y="2651759"/>
                  </a:moveTo>
                  <a:lnTo>
                    <a:pt x="0" y="2651759"/>
                  </a:lnTo>
                  <a:lnTo>
                    <a:pt x="0" y="0"/>
                  </a:lnTo>
                  <a:lnTo>
                    <a:pt x="3023615" y="0"/>
                  </a:lnTo>
                  <a:lnTo>
                    <a:pt x="3023615" y="126110"/>
                  </a:lnTo>
                  <a:lnTo>
                    <a:pt x="285368" y="126110"/>
                  </a:lnTo>
                  <a:lnTo>
                    <a:pt x="274296" y="126645"/>
                  </a:lnTo>
                  <a:lnTo>
                    <a:pt x="232331" y="139397"/>
                  </a:lnTo>
                  <a:lnTo>
                    <a:pt x="198442" y="167237"/>
                  </a:lnTo>
                  <a:lnTo>
                    <a:pt x="177785" y="205927"/>
                  </a:lnTo>
                  <a:lnTo>
                    <a:pt x="172973" y="238505"/>
                  </a:lnTo>
                  <a:lnTo>
                    <a:pt x="172973" y="2366390"/>
                  </a:lnTo>
                  <a:lnTo>
                    <a:pt x="181528" y="2409401"/>
                  </a:lnTo>
                  <a:lnTo>
                    <a:pt x="205893" y="2445865"/>
                  </a:lnTo>
                  <a:lnTo>
                    <a:pt x="242356" y="2470229"/>
                  </a:lnTo>
                  <a:lnTo>
                    <a:pt x="285368" y="2478785"/>
                  </a:lnTo>
                  <a:lnTo>
                    <a:pt x="3023615" y="2478785"/>
                  </a:lnTo>
                  <a:lnTo>
                    <a:pt x="3023615" y="2651759"/>
                  </a:lnTo>
                  <a:close/>
                </a:path>
                <a:path w="3023870" h="2651760">
                  <a:moveTo>
                    <a:pt x="3023615" y="2478785"/>
                  </a:moveTo>
                  <a:lnTo>
                    <a:pt x="2784728" y="2478785"/>
                  </a:lnTo>
                  <a:lnTo>
                    <a:pt x="2795800" y="2478250"/>
                  </a:lnTo>
                  <a:lnTo>
                    <a:pt x="2806659" y="2476646"/>
                  </a:lnTo>
                  <a:lnTo>
                    <a:pt x="2847182" y="2459860"/>
                  </a:lnTo>
                  <a:lnTo>
                    <a:pt x="2878198" y="2428845"/>
                  </a:lnTo>
                  <a:lnTo>
                    <a:pt x="2894984" y="2388321"/>
                  </a:lnTo>
                  <a:lnTo>
                    <a:pt x="2897123" y="2366390"/>
                  </a:lnTo>
                  <a:lnTo>
                    <a:pt x="2897123" y="238505"/>
                  </a:lnTo>
                  <a:lnTo>
                    <a:pt x="2888566" y="195494"/>
                  </a:lnTo>
                  <a:lnTo>
                    <a:pt x="2864203" y="159030"/>
                  </a:lnTo>
                  <a:lnTo>
                    <a:pt x="2827739" y="134666"/>
                  </a:lnTo>
                  <a:lnTo>
                    <a:pt x="2784728" y="126110"/>
                  </a:lnTo>
                  <a:lnTo>
                    <a:pt x="3023615" y="126110"/>
                  </a:lnTo>
                  <a:lnTo>
                    <a:pt x="3023615" y="2478785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19823" y="1466850"/>
              <a:ext cx="2743200" cy="2371725"/>
            </a:xfrm>
            <a:custGeom>
              <a:avLst/>
              <a:gdLst/>
              <a:ahLst/>
              <a:cxnLst/>
              <a:rect l="l" t="t" r="r" b="b"/>
              <a:pathLst>
                <a:path w="2743200" h="2371725">
                  <a:moveTo>
                    <a:pt x="2629285" y="2371724"/>
                  </a:moveTo>
                  <a:lnTo>
                    <a:pt x="113914" y="2371724"/>
                  </a:lnTo>
                  <a:lnTo>
                    <a:pt x="105986" y="2370943"/>
                  </a:lnTo>
                  <a:lnTo>
                    <a:pt x="67867" y="2359379"/>
                  </a:lnTo>
                  <a:lnTo>
                    <a:pt x="30048" y="2330353"/>
                  </a:lnTo>
                  <a:lnTo>
                    <a:pt x="6217" y="2289065"/>
                  </a:lnTo>
                  <a:lnTo>
                    <a:pt x="0" y="2257809"/>
                  </a:lnTo>
                  <a:lnTo>
                    <a:pt x="0" y="2249804"/>
                  </a:lnTo>
                  <a:lnTo>
                    <a:pt x="0" y="113914"/>
                  </a:lnTo>
                  <a:lnTo>
                    <a:pt x="12343" y="67866"/>
                  </a:lnTo>
                  <a:lnTo>
                    <a:pt x="41370" y="30048"/>
                  </a:lnTo>
                  <a:lnTo>
                    <a:pt x="82658" y="6216"/>
                  </a:lnTo>
                  <a:lnTo>
                    <a:pt x="113914" y="0"/>
                  </a:lnTo>
                  <a:lnTo>
                    <a:pt x="2629285" y="0"/>
                  </a:lnTo>
                  <a:lnTo>
                    <a:pt x="2675331" y="12344"/>
                  </a:lnTo>
                  <a:lnTo>
                    <a:pt x="2713150" y="41370"/>
                  </a:lnTo>
                  <a:lnTo>
                    <a:pt x="2736982" y="82658"/>
                  </a:lnTo>
                  <a:lnTo>
                    <a:pt x="2743200" y="113914"/>
                  </a:lnTo>
                  <a:lnTo>
                    <a:pt x="2743200" y="2257809"/>
                  </a:lnTo>
                  <a:lnTo>
                    <a:pt x="2730855" y="2303857"/>
                  </a:lnTo>
                  <a:lnTo>
                    <a:pt x="2701829" y="2341675"/>
                  </a:lnTo>
                  <a:lnTo>
                    <a:pt x="2660539" y="2365506"/>
                  </a:lnTo>
                  <a:lnTo>
                    <a:pt x="2637213" y="2370943"/>
                  </a:lnTo>
                  <a:lnTo>
                    <a:pt x="2629285" y="2371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34224" y="1704975"/>
              <a:ext cx="666749" cy="67627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352232" y="2574956"/>
            <a:ext cx="2474595" cy="805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1A2E"/>
                </a:solidFill>
                <a:latin typeface="Arial"/>
                <a:cs typeface="Arial"/>
              </a:rPr>
              <a:t>Live</a:t>
            </a:r>
            <a:r>
              <a:rPr sz="1600" b="1" spc="-2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1A2E"/>
                </a:solidFill>
                <a:latin typeface="Arial"/>
                <a:cs typeface="Arial"/>
              </a:rPr>
              <a:t>Seat</a:t>
            </a:r>
            <a:r>
              <a:rPr sz="1600" b="1" spc="-2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A1A2E"/>
                </a:solidFill>
                <a:latin typeface="Arial"/>
                <a:cs typeface="Arial"/>
              </a:rPr>
              <a:t>Picker</a:t>
            </a:r>
            <a:endParaRPr sz="1600">
              <a:latin typeface="Arial"/>
              <a:cs typeface="Arial"/>
            </a:endParaRPr>
          </a:p>
          <a:p>
            <a:pPr marL="12700" marR="5080" algn="ctr">
              <a:lnSpc>
                <a:spcPct val="101000"/>
              </a:lnSpc>
              <a:spcBef>
                <a:spcPts val="1065"/>
              </a:spcBef>
            </a:pP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See</a:t>
            </a:r>
            <a:r>
              <a:rPr sz="13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dates,</a:t>
            </a:r>
            <a:r>
              <a:rPr sz="13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time</a:t>
            </a:r>
            <a:r>
              <a:rPr sz="13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slots,</a:t>
            </a:r>
            <a:r>
              <a:rPr sz="13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4A5467"/>
                </a:solidFill>
                <a:latin typeface="Arial MT"/>
                <a:cs typeface="Arial MT"/>
              </a:rPr>
              <a:t>seat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status,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price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before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booking.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979407" y="1350263"/>
            <a:ext cx="3023870" cy="2651760"/>
            <a:chOff x="8979407" y="1350263"/>
            <a:chExt cx="3023870" cy="2651760"/>
          </a:xfrm>
        </p:grpSpPr>
        <p:sp>
          <p:nvSpPr>
            <p:cNvPr id="20" name="object 20"/>
            <p:cNvSpPr/>
            <p:nvPr/>
          </p:nvSpPr>
          <p:spPr>
            <a:xfrm>
              <a:off x="8979407" y="1350263"/>
              <a:ext cx="3023870" cy="2651760"/>
            </a:xfrm>
            <a:custGeom>
              <a:avLst/>
              <a:gdLst/>
              <a:ahLst/>
              <a:cxnLst/>
              <a:rect l="l" t="t" r="r" b="b"/>
              <a:pathLst>
                <a:path w="3023870" h="2651760">
                  <a:moveTo>
                    <a:pt x="3023615" y="2651759"/>
                  </a:moveTo>
                  <a:lnTo>
                    <a:pt x="0" y="2651759"/>
                  </a:lnTo>
                  <a:lnTo>
                    <a:pt x="0" y="0"/>
                  </a:lnTo>
                  <a:lnTo>
                    <a:pt x="3023615" y="0"/>
                  </a:lnTo>
                  <a:lnTo>
                    <a:pt x="3023615" y="126110"/>
                  </a:lnTo>
                  <a:lnTo>
                    <a:pt x="286511" y="126110"/>
                  </a:lnTo>
                  <a:lnTo>
                    <a:pt x="275439" y="126645"/>
                  </a:lnTo>
                  <a:lnTo>
                    <a:pt x="233475" y="139397"/>
                  </a:lnTo>
                  <a:lnTo>
                    <a:pt x="199585" y="167237"/>
                  </a:lnTo>
                  <a:lnTo>
                    <a:pt x="178928" y="205927"/>
                  </a:lnTo>
                  <a:lnTo>
                    <a:pt x="174116" y="238505"/>
                  </a:lnTo>
                  <a:lnTo>
                    <a:pt x="174116" y="2366390"/>
                  </a:lnTo>
                  <a:lnTo>
                    <a:pt x="182671" y="2409401"/>
                  </a:lnTo>
                  <a:lnTo>
                    <a:pt x="207036" y="2445865"/>
                  </a:lnTo>
                  <a:lnTo>
                    <a:pt x="243499" y="2470229"/>
                  </a:lnTo>
                  <a:lnTo>
                    <a:pt x="286511" y="2478785"/>
                  </a:lnTo>
                  <a:lnTo>
                    <a:pt x="3023615" y="2478785"/>
                  </a:lnTo>
                  <a:lnTo>
                    <a:pt x="3023615" y="2651759"/>
                  </a:lnTo>
                  <a:close/>
                </a:path>
                <a:path w="3023870" h="2651760">
                  <a:moveTo>
                    <a:pt x="3023615" y="2478785"/>
                  </a:moveTo>
                  <a:lnTo>
                    <a:pt x="2785871" y="2478785"/>
                  </a:lnTo>
                  <a:lnTo>
                    <a:pt x="2796943" y="2478250"/>
                  </a:lnTo>
                  <a:lnTo>
                    <a:pt x="2807802" y="2476646"/>
                  </a:lnTo>
                  <a:lnTo>
                    <a:pt x="2848326" y="2459860"/>
                  </a:lnTo>
                  <a:lnTo>
                    <a:pt x="2879341" y="2428845"/>
                  </a:lnTo>
                  <a:lnTo>
                    <a:pt x="2896127" y="2388321"/>
                  </a:lnTo>
                  <a:lnTo>
                    <a:pt x="2898266" y="2366390"/>
                  </a:lnTo>
                  <a:lnTo>
                    <a:pt x="2898266" y="238505"/>
                  </a:lnTo>
                  <a:lnTo>
                    <a:pt x="2889709" y="195494"/>
                  </a:lnTo>
                  <a:lnTo>
                    <a:pt x="2865346" y="159030"/>
                  </a:lnTo>
                  <a:lnTo>
                    <a:pt x="2828882" y="134666"/>
                  </a:lnTo>
                  <a:lnTo>
                    <a:pt x="2785871" y="126110"/>
                  </a:lnTo>
                  <a:lnTo>
                    <a:pt x="3023615" y="126110"/>
                  </a:lnTo>
                  <a:lnTo>
                    <a:pt x="3023615" y="2478785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43998" y="1466850"/>
              <a:ext cx="2743200" cy="2371725"/>
            </a:xfrm>
            <a:custGeom>
              <a:avLst/>
              <a:gdLst/>
              <a:ahLst/>
              <a:cxnLst/>
              <a:rect l="l" t="t" r="r" b="b"/>
              <a:pathLst>
                <a:path w="2743200" h="2371725">
                  <a:moveTo>
                    <a:pt x="2629285" y="2371724"/>
                  </a:moveTo>
                  <a:lnTo>
                    <a:pt x="113914" y="2371724"/>
                  </a:lnTo>
                  <a:lnTo>
                    <a:pt x="105986" y="2370943"/>
                  </a:lnTo>
                  <a:lnTo>
                    <a:pt x="67867" y="2359379"/>
                  </a:lnTo>
                  <a:lnTo>
                    <a:pt x="30048" y="2330353"/>
                  </a:lnTo>
                  <a:lnTo>
                    <a:pt x="6217" y="2289065"/>
                  </a:lnTo>
                  <a:lnTo>
                    <a:pt x="0" y="2257809"/>
                  </a:lnTo>
                  <a:lnTo>
                    <a:pt x="0" y="2249804"/>
                  </a:lnTo>
                  <a:lnTo>
                    <a:pt x="0" y="113914"/>
                  </a:lnTo>
                  <a:lnTo>
                    <a:pt x="12343" y="67866"/>
                  </a:lnTo>
                  <a:lnTo>
                    <a:pt x="41370" y="30048"/>
                  </a:lnTo>
                  <a:lnTo>
                    <a:pt x="82658" y="6216"/>
                  </a:lnTo>
                  <a:lnTo>
                    <a:pt x="113914" y="0"/>
                  </a:lnTo>
                  <a:lnTo>
                    <a:pt x="2629285" y="0"/>
                  </a:lnTo>
                  <a:lnTo>
                    <a:pt x="2675332" y="12344"/>
                  </a:lnTo>
                  <a:lnTo>
                    <a:pt x="2713150" y="41370"/>
                  </a:lnTo>
                  <a:lnTo>
                    <a:pt x="2736982" y="82658"/>
                  </a:lnTo>
                  <a:lnTo>
                    <a:pt x="2743199" y="113914"/>
                  </a:lnTo>
                  <a:lnTo>
                    <a:pt x="2743199" y="2257809"/>
                  </a:lnTo>
                  <a:lnTo>
                    <a:pt x="2730854" y="2303857"/>
                  </a:lnTo>
                  <a:lnTo>
                    <a:pt x="2701829" y="2341675"/>
                  </a:lnTo>
                  <a:lnTo>
                    <a:pt x="2660540" y="2365506"/>
                  </a:lnTo>
                  <a:lnTo>
                    <a:pt x="2637213" y="2370943"/>
                  </a:lnTo>
                  <a:lnTo>
                    <a:pt x="2629285" y="2371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8399" y="1704975"/>
              <a:ext cx="666749" cy="67627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269114" y="2574956"/>
            <a:ext cx="2493010" cy="805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1A2E"/>
                </a:solidFill>
                <a:latin typeface="Arial"/>
                <a:cs typeface="Arial"/>
              </a:rPr>
              <a:t>Speaker</a:t>
            </a:r>
            <a:r>
              <a:rPr sz="1600" b="1" spc="-2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1A2E"/>
                </a:solidFill>
                <a:latin typeface="Arial"/>
                <a:cs typeface="Arial"/>
              </a:rPr>
              <a:t>&amp;</a:t>
            </a:r>
            <a:r>
              <a:rPr sz="1600" b="1" spc="-2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A1A2E"/>
                </a:solidFill>
                <a:latin typeface="Arial"/>
                <a:cs typeface="Arial"/>
              </a:rPr>
              <a:t>Track</a:t>
            </a:r>
            <a:endParaRPr sz="1600">
              <a:latin typeface="Arial"/>
              <a:cs typeface="Arial"/>
            </a:endParaRPr>
          </a:p>
          <a:p>
            <a:pPr marL="12700" marR="5080" algn="ctr">
              <a:lnSpc>
                <a:spcPct val="101000"/>
              </a:lnSpc>
              <a:spcBef>
                <a:spcPts val="1065"/>
              </a:spcBef>
            </a:pP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Choose</a:t>
            </a:r>
            <a:r>
              <a:rPr sz="13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the</a:t>
            </a:r>
            <a:r>
              <a:rPr sz="13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right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mentor</a:t>
            </a:r>
            <a:r>
              <a:rPr sz="13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or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4A5467"/>
                </a:solidFill>
                <a:latin typeface="Arial MT"/>
                <a:cs typeface="Arial MT"/>
              </a:rPr>
              <a:t>event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path.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98119" y="3904487"/>
            <a:ext cx="3023870" cy="2661285"/>
            <a:chOff x="198119" y="3904487"/>
            <a:chExt cx="3023870" cy="2661285"/>
          </a:xfrm>
        </p:grpSpPr>
        <p:sp>
          <p:nvSpPr>
            <p:cNvPr id="25" name="object 25"/>
            <p:cNvSpPr/>
            <p:nvPr/>
          </p:nvSpPr>
          <p:spPr>
            <a:xfrm>
              <a:off x="198119" y="3904487"/>
              <a:ext cx="3023870" cy="2661285"/>
            </a:xfrm>
            <a:custGeom>
              <a:avLst/>
              <a:gdLst/>
              <a:ahLst/>
              <a:cxnLst/>
              <a:rect l="l" t="t" r="r" b="b"/>
              <a:pathLst>
                <a:path w="3023870" h="2661284">
                  <a:moveTo>
                    <a:pt x="3023615" y="2660903"/>
                  </a:moveTo>
                  <a:lnTo>
                    <a:pt x="0" y="2660903"/>
                  </a:lnTo>
                  <a:lnTo>
                    <a:pt x="0" y="0"/>
                  </a:lnTo>
                  <a:lnTo>
                    <a:pt x="3023615" y="0"/>
                  </a:lnTo>
                  <a:lnTo>
                    <a:pt x="3023615" y="124586"/>
                  </a:lnTo>
                  <a:lnTo>
                    <a:pt x="285749" y="124586"/>
                  </a:lnTo>
                  <a:lnTo>
                    <a:pt x="274677" y="125121"/>
                  </a:lnTo>
                  <a:lnTo>
                    <a:pt x="232713" y="137873"/>
                  </a:lnTo>
                  <a:lnTo>
                    <a:pt x="198823" y="165713"/>
                  </a:lnTo>
                  <a:lnTo>
                    <a:pt x="178167" y="204403"/>
                  </a:lnTo>
                  <a:lnTo>
                    <a:pt x="173354" y="236981"/>
                  </a:lnTo>
                  <a:lnTo>
                    <a:pt x="173354" y="2374391"/>
                  </a:lnTo>
                  <a:lnTo>
                    <a:pt x="181910" y="2417402"/>
                  </a:lnTo>
                  <a:lnTo>
                    <a:pt x="206274" y="2453866"/>
                  </a:lnTo>
                  <a:lnTo>
                    <a:pt x="242738" y="2478229"/>
                  </a:lnTo>
                  <a:lnTo>
                    <a:pt x="285749" y="2486786"/>
                  </a:lnTo>
                  <a:lnTo>
                    <a:pt x="3023615" y="2486786"/>
                  </a:lnTo>
                  <a:lnTo>
                    <a:pt x="3023615" y="2660903"/>
                  </a:lnTo>
                  <a:close/>
                </a:path>
                <a:path w="3023870" h="2661284">
                  <a:moveTo>
                    <a:pt x="3023615" y="2486786"/>
                  </a:moveTo>
                  <a:lnTo>
                    <a:pt x="2785109" y="2486786"/>
                  </a:lnTo>
                  <a:lnTo>
                    <a:pt x="2796181" y="2486251"/>
                  </a:lnTo>
                  <a:lnTo>
                    <a:pt x="2807040" y="2484647"/>
                  </a:lnTo>
                  <a:lnTo>
                    <a:pt x="2847564" y="2467861"/>
                  </a:lnTo>
                  <a:lnTo>
                    <a:pt x="2878580" y="2436846"/>
                  </a:lnTo>
                  <a:lnTo>
                    <a:pt x="2895365" y="2396322"/>
                  </a:lnTo>
                  <a:lnTo>
                    <a:pt x="2897504" y="2374391"/>
                  </a:lnTo>
                  <a:lnTo>
                    <a:pt x="2897504" y="236981"/>
                  </a:lnTo>
                  <a:lnTo>
                    <a:pt x="2888949" y="193969"/>
                  </a:lnTo>
                  <a:lnTo>
                    <a:pt x="2864584" y="157506"/>
                  </a:lnTo>
                  <a:lnTo>
                    <a:pt x="2828121" y="133142"/>
                  </a:lnTo>
                  <a:lnTo>
                    <a:pt x="2785109" y="124586"/>
                  </a:lnTo>
                  <a:lnTo>
                    <a:pt x="3023615" y="124586"/>
                  </a:lnTo>
                  <a:lnTo>
                    <a:pt x="3023615" y="2486786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61949" y="4019549"/>
              <a:ext cx="2743200" cy="2381250"/>
            </a:xfrm>
            <a:custGeom>
              <a:avLst/>
              <a:gdLst/>
              <a:ahLst/>
              <a:cxnLst/>
              <a:rect l="l" t="t" r="r" b="b"/>
              <a:pathLst>
                <a:path w="2743200" h="2381250">
                  <a:moveTo>
                    <a:pt x="2629285" y="2381249"/>
                  </a:moveTo>
                  <a:lnTo>
                    <a:pt x="113914" y="2381249"/>
                  </a:lnTo>
                  <a:lnTo>
                    <a:pt x="105986" y="2380468"/>
                  </a:lnTo>
                  <a:lnTo>
                    <a:pt x="67867" y="2368904"/>
                  </a:lnTo>
                  <a:lnTo>
                    <a:pt x="30048" y="2339879"/>
                  </a:lnTo>
                  <a:lnTo>
                    <a:pt x="6217" y="2298589"/>
                  </a:lnTo>
                  <a:lnTo>
                    <a:pt x="0" y="2267334"/>
                  </a:lnTo>
                  <a:lnTo>
                    <a:pt x="0" y="2259329"/>
                  </a:lnTo>
                  <a:lnTo>
                    <a:pt x="0" y="113914"/>
                  </a:lnTo>
                  <a:lnTo>
                    <a:pt x="12344" y="67866"/>
                  </a:lnTo>
                  <a:lnTo>
                    <a:pt x="41370" y="30048"/>
                  </a:lnTo>
                  <a:lnTo>
                    <a:pt x="82659" y="6217"/>
                  </a:lnTo>
                  <a:lnTo>
                    <a:pt x="113914" y="0"/>
                  </a:lnTo>
                  <a:lnTo>
                    <a:pt x="2629285" y="0"/>
                  </a:lnTo>
                  <a:lnTo>
                    <a:pt x="2675331" y="12344"/>
                  </a:lnTo>
                  <a:lnTo>
                    <a:pt x="2713150" y="41369"/>
                  </a:lnTo>
                  <a:lnTo>
                    <a:pt x="2736982" y="82658"/>
                  </a:lnTo>
                  <a:lnTo>
                    <a:pt x="2743199" y="113914"/>
                  </a:lnTo>
                  <a:lnTo>
                    <a:pt x="2743199" y="2267334"/>
                  </a:lnTo>
                  <a:lnTo>
                    <a:pt x="2730855" y="2313381"/>
                  </a:lnTo>
                  <a:lnTo>
                    <a:pt x="2701829" y="2351199"/>
                  </a:lnTo>
                  <a:lnTo>
                    <a:pt x="2660540" y="2375032"/>
                  </a:lnTo>
                  <a:lnTo>
                    <a:pt x="2637213" y="2380468"/>
                  </a:lnTo>
                  <a:lnTo>
                    <a:pt x="2629285" y="2381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6349" y="4267199"/>
              <a:ext cx="676274" cy="66674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59420" y="5137181"/>
            <a:ext cx="1955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1A2E"/>
                </a:solidFill>
                <a:latin typeface="Arial"/>
                <a:cs typeface="Arial"/>
              </a:rPr>
              <a:t>Booking</a:t>
            </a:r>
            <a:r>
              <a:rPr sz="1600" b="1" spc="-4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A1A2E"/>
                </a:solidFill>
                <a:latin typeface="Arial"/>
                <a:cs typeface="Arial"/>
              </a:rPr>
              <a:t>Dashboard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0822" y="5609621"/>
            <a:ext cx="1892935" cy="43815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06045" marR="5080" indent="-93980">
              <a:lnSpc>
                <a:spcPct val="105800"/>
              </a:lnSpc>
              <a:spcBef>
                <a:spcPts val="40"/>
              </a:spcBef>
            </a:pP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Keep</a:t>
            </a:r>
            <a:r>
              <a:rPr sz="1300" spc="5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upcoming</a:t>
            </a:r>
            <a:r>
              <a:rPr sz="1300" spc="5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300" spc="5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4A5467"/>
                </a:solidFill>
                <a:latin typeface="Arial MT"/>
                <a:cs typeface="Arial MT"/>
              </a:rPr>
              <a:t>past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bookings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in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one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place.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130295" y="3904487"/>
            <a:ext cx="3023870" cy="2661285"/>
            <a:chOff x="3130295" y="3904487"/>
            <a:chExt cx="3023870" cy="2661285"/>
          </a:xfrm>
        </p:grpSpPr>
        <p:sp>
          <p:nvSpPr>
            <p:cNvPr id="31" name="object 31"/>
            <p:cNvSpPr/>
            <p:nvPr/>
          </p:nvSpPr>
          <p:spPr>
            <a:xfrm>
              <a:off x="3130295" y="3904487"/>
              <a:ext cx="3023870" cy="2661285"/>
            </a:xfrm>
            <a:custGeom>
              <a:avLst/>
              <a:gdLst/>
              <a:ahLst/>
              <a:cxnLst/>
              <a:rect l="l" t="t" r="r" b="b"/>
              <a:pathLst>
                <a:path w="3023870" h="2661284">
                  <a:moveTo>
                    <a:pt x="3023615" y="2660903"/>
                  </a:moveTo>
                  <a:lnTo>
                    <a:pt x="0" y="2660903"/>
                  </a:lnTo>
                  <a:lnTo>
                    <a:pt x="0" y="0"/>
                  </a:lnTo>
                  <a:lnTo>
                    <a:pt x="3023615" y="0"/>
                  </a:lnTo>
                  <a:lnTo>
                    <a:pt x="3023615" y="124586"/>
                  </a:lnTo>
                  <a:lnTo>
                    <a:pt x="287273" y="124586"/>
                  </a:lnTo>
                  <a:lnTo>
                    <a:pt x="276201" y="125121"/>
                  </a:lnTo>
                  <a:lnTo>
                    <a:pt x="234237" y="137873"/>
                  </a:lnTo>
                  <a:lnTo>
                    <a:pt x="200347" y="165713"/>
                  </a:lnTo>
                  <a:lnTo>
                    <a:pt x="179691" y="204403"/>
                  </a:lnTo>
                  <a:lnTo>
                    <a:pt x="174878" y="236981"/>
                  </a:lnTo>
                  <a:lnTo>
                    <a:pt x="174878" y="2374391"/>
                  </a:lnTo>
                  <a:lnTo>
                    <a:pt x="183433" y="2417402"/>
                  </a:lnTo>
                  <a:lnTo>
                    <a:pt x="207798" y="2453866"/>
                  </a:lnTo>
                  <a:lnTo>
                    <a:pt x="244261" y="2478229"/>
                  </a:lnTo>
                  <a:lnTo>
                    <a:pt x="287273" y="2486786"/>
                  </a:lnTo>
                  <a:lnTo>
                    <a:pt x="3023615" y="2486786"/>
                  </a:lnTo>
                  <a:lnTo>
                    <a:pt x="3023615" y="2660903"/>
                  </a:lnTo>
                  <a:close/>
                </a:path>
                <a:path w="3023870" h="2661284">
                  <a:moveTo>
                    <a:pt x="3023615" y="2486786"/>
                  </a:moveTo>
                  <a:lnTo>
                    <a:pt x="2786633" y="2486786"/>
                  </a:lnTo>
                  <a:lnTo>
                    <a:pt x="2797705" y="2486251"/>
                  </a:lnTo>
                  <a:lnTo>
                    <a:pt x="2808564" y="2484647"/>
                  </a:lnTo>
                  <a:lnTo>
                    <a:pt x="2849088" y="2467861"/>
                  </a:lnTo>
                  <a:lnTo>
                    <a:pt x="2880103" y="2436846"/>
                  </a:lnTo>
                  <a:lnTo>
                    <a:pt x="2896889" y="2396322"/>
                  </a:lnTo>
                  <a:lnTo>
                    <a:pt x="2899028" y="2374391"/>
                  </a:lnTo>
                  <a:lnTo>
                    <a:pt x="2899028" y="236981"/>
                  </a:lnTo>
                  <a:lnTo>
                    <a:pt x="2890472" y="193969"/>
                  </a:lnTo>
                  <a:lnTo>
                    <a:pt x="2866108" y="157506"/>
                  </a:lnTo>
                  <a:lnTo>
                    <a:pt x="2829645" y="133142"/>
                  </a:lnTo>
                  <a:lnTo>
                    <a:pt x="2786633" y="124586"/>
                  </a:lnTo>
                  <a:lnTo>
                    <a:pt x="3023615" y="124586"/>
                  </a:lnTo>
                  <a:lnTo>
                    <a:pt x="3023615" y="2486786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95649" y="4019549"/>
              <a:ext cx="2743200" cy="2381250"/>
            </a:xfrm>
            <a:custGeom>
              <a:avLst/>
              <a:gdLst/>
              <a:ahLst/>
              <a:cxnLst/>
              <a:rect l="l" t="t" r="r" b="b"/>
              <a:pathLst>
                <a:path w="2743200" h="2381250">
                  <a:moveTo>
                    <a:pt x="2629284" y="2381249"/>
                  </a:moveTo>
                  <a:lnTo>
                    <a:pt x="113914" y="2381249"/>
                  </a:lnTo>
                  <a:lnTo>
                    <a:pt x="105986" y="2380468"/>
                  </a:lnTo>
                  <a:lnTo>
                    <a:pt x="67867" y="2368904"/>
                  </a:lnTo>
                  <a:lnTo>
                    <a:pt x="30048" y="2339879"/>
                  </a:lnTo>
                  <a:lnTo>
                    <a:pt x="6217" y="2298589"/>
                  </a:lnTo>
                  <a:lnTo>
                    <a:pt x="0" y="2267334"/>
                  </a:lnTo>
                  <a:lnTo>
                    <a:pt x="0" y="2259329"/>
                  </a:lnTo>
                  <a:lnTo>
                    <a:pt x="0" y="113914"/>
                  </a:lnTo>
                  <a:lnTo>
                    <a:pt x="12344" y="67866"/>
                  </a:lnTo>
                  <a:lnTo>
                    <a:pt x="41370" y="30048"/>
                  </a:lnTo>
                  <a:lnTo>
                    <a:pt x="82659" y="6217"/>
                  </a:lnTo>
                  <a:lnTo>
                    <a:pt x="113914" y="0"/>
                  </a:lnTo>
                  <a:lnTo>
                    <a:pt x="2629284" y="0"/>
                  </a:lnTo>
                  <a:lnTo>
                    <a:pt x="2675332" y="12344"/>
                  </a:lnTo>
                  <a:lnTo>
                    <a:pt x="2713150" y="41369"/>
                  </a:lnTo>
                  <a:lnTo>
                    <a:pt x="2736981" y="82658"/>
                  </a:lnTo>
                  <a:lnTo>
                    <a:pt x="2743199" y="113914"/>
                  </a:lnTo>
                  <a:lnTo>
                    <a:pt x="2743199" y="2267334"/>
                  </a:lnTo>
                  <a:lnTo>
                    <a:pt x="2730854" y="2313381"/>
                  </a:lnTo>
                  <a:lnTo>
                    <a:pt x="2701829" y="2351199"/>
                  </a:lnTo>
                  <a:lnTo>
                    <a:pt x="2660540" y="2375032"/>
                  </a:lnTo>
                  <a:lnTo>
                    <a:pt x="2637213" y="2380468"/>
                  </a:lnTo>
                  <a:lnTo>
                    <a:pt x="2629284" y="2381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0049" y="4267199"/>
              <a:ext cx="666749" cy="66674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3595042" y="5137181"/>
            <a:ext cx="2136775" cy="100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1A2E"/>
                </a:solidFill>
                <a:latin typeface="Arial"/>
                <a:cs typeface="Arial"/>
              </a:rPr>
              <a:t>Instant</a:t>
            </a:r>
            <a:r>
              <a:rPr sz="1600" b="1" spc="-4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A1A2E"/>
                </a:solidFill>
                <a:latin typeface="Arial"/>
                <a:cs typeface="Arial"/>
              </a:rPr>
              <a:t>E-Ticket</a:t>
            </a:r>
            <a:endParaRPr sz="1600">
              <a:latin typeface="Arial"/>
              <a:cs typeface="Arial"/>
            </a:endParaRPr>
          </a:p>
          <a:p>
            <a:pPr marL="12700" marR="5080" algn="ctr">
              <a:lnSpc>
                <a:spcPct val="101000"/>
              </a:lnSpc>
              <a:spcBef>
                <a:spcPts val="1065"/>
              </a:spcBef>
            </a:pP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Receive</a:t>
            </a:r>
            <a:r>
              <a:rPr sz="1300" spc="6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confirmation</a:t>
            </a:r>
            <a:r>
              <a:rPr sz="1300" spc="7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4A5467"/>
                </a:solidFill>
                <a:latin typeface="Arial MT"/>
                <a:cs typeface="Arial MT"/>
              </a:rPr>
              <a:t>after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selecting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an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event,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batch,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4A5467"/>
                </a:solidFill>
                <a:latin typeface="Arial MT"/>
                <a:cs typeface="Arial MT"/>
              </a:rPr>
              <a:t>or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speaker.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056375" y="3904487"/>
            <a:ext cx="3023870" cy="2661285"/>
            <a:chOff x="6056375" y="3904487"/>
            <a:chExt cx="3023870" cy="2661285"/>
          </a:xfrm>
        </p:grpSpPr>
        <p:sp>
          <p:nvSpPr>
            <p:cNvPr id="36" name="object 36"/>
            <p:cNvSpPr/>
            <p:nvPr/>
          </p:nvSpPr>
          <p:spPr>
            <a:xfrm>
              <a:off x="6056375" y="3904487"/>
              <a:ext cx="3023870" cy="2661285"/>
            </a:xfrm>
            <a:custGeom>
              <a:avLst/>
              <a:gdLst/>
              <a:ahLst/>
              <a:cxnLst/>
              <a:rect l="l" t="t" r="r" b="b"/>
              <a:pathLst>
                <a:path w="3023870" h="2661284">
                  <a:moveTo>
                    <a:pt x="3023615" y="2660903"/>
                  </a:moveTo>
                  <a:lnTo>
                    <a:pt x="0" y="2660903"/>
                  </a:lnTo>
                  <a:lnTo>
                    <a:pt x="0" y="0"/>
                  </a:lnTo>
                  <a:lnTo>
                    <a:pt x="3023615" y="0"/>
                  </a:lnTo>
                  <a:lnTo>
                    <a:pt x="3023615" y="124586"/>
                  </a:lnTo>
                  <a:lnTo>
                    <a:pt x="285368" y="124586"/>
                  </a:lnTo>
                  <a:lnTo>
                    <a:pt x="274296" y="125121"/>
                  </a:lnTo>
                  <a:lnTo>
                    <a:pt x="232331" y="137873"/>
                  </a:lnTo>
                  <a:lnTo>
                    <a:pt x="198442" y="165713"/>
                  </a:lnTo>
                  <a:lnTo>
                    <a:pt x="177785" y="204403"/>
                  </a:lnTo>
                  <a:lnTo>
                    <a:pt x="172973" y="236981"/>
                  </a:lnTo>
                  <a:lnTo>
                    <a:pt x="172973" y="2374391"/>
                  </a:lnTo>
                  <a:lnTo>
                    <a:pt x="181528" y="2417402"/>
                  </a:lnTo>
                  <a:lnTo>
                    <a:pt x="205893" y="2453866"/>
                  </a:lnTo>
                  <a:lnTo>
                    <a:pt x="242356" y="2478229"/>
                  </a:lnTo>
                  <a:lnTo>
                    <a:pt x="285368" y="2486786"/>
                  </a:lnTo>
                  <a:lnTo>
                    <a:pt x="3023615" y="2486786"/>
                  </a:lnTo>
                  <a:lnTo>
                    <a:pt x="3023615" y="2660903"/>
                  </a:lnTo>
                  <a:close/>
                </a:path>
                <a:path w="3023870" h="2661284">
                  <a:moveTo>
                    <a:pt x="3023615" y="2486786"/>
                  </a:moveTo>
                  <a:lnTo>
                    <a:pt x="2784728" y="2486786"/>
                  </a:lnTo>
                  <a:lnTo>
                    <a:pt x="2795800" y="2486251"/>
                  </a:lnTo>
                  <a:lnTo>
                    <a:pt x="2806659" y="2484647"/>
                  </a:lnTo>
                  <a:lnTo>
                    <a:pt x="2847182" y="2467861"/>
                  </a:lnTo>
                  <a:lnTo>
                    <a:pt x="2878198" y="2436846"/>
                  </a:lnTo>
                  <a:lnTo>
                    <a:pt x="2894984" y="2396322"/>
                  </a:lnTo>
                  <a:lnTo>
                    <a:pt x="2897123" y="2374391"/>
                  </a:lnTo>
                  <a:lnTo>
                    <a:pt x="2897123" y="236981"/>
                  </a:lnTo>
                  <a:lnTo>
                    <a:pt x="2888566" y="193969"/>
                  </a:lnTo>
                  <a:lnTo>
                    <a:pt x="2864203" y="157506"/>
                  </a:lnTo>
                  <a:lnTo>
                    <a:pt x="2827739" y="133142"/>
                  </a:lnTo>
                  <a:lnTo>
                    <a:pt x="2784728" y="124586"/>
                  </a:lnTo>
                  <a:lnTo>
                    <a:pt x="3023615" y="124586"/>
                  </a:lnTo>
                  <a:lnTo>
                    <a:pt x="3023615" y="2486786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19823" y="4019549"/>
              <a:ext cx="2743200" cy="2381250"/>
            </a:xfrm>
            <a:custGeom>
              <a:avLst/>
              <a:gdLst/>
              <a:ahLst/>
              <a:cxnLst/>
              <a:rect l="l" t="t" r="r" b="b"/>
              <a:pathLst>
                <a:path w="2743200" h="2381250">
                  <a:moveTo>
                    <a:pt x="2629285" y="2381249"/>
                  </a:moveTo>
                  <a:lnTo>
                    <a:pt x="113914" y="2381249"/>
                  </a:lnTo>
                  <a:lnTo>
                    <a:pt x="105986" y="2380468"/>
                  </a:lnTo>
                  <a:lnTo>
                    <a:pt x="67867" y="2368904"/>
                  </a:lnTo>
                  <a:lnTo>
                    <a:pt x="30048" y="2339879"/>
                  </a:lnTo>
                  <a:lnTo>
                    <a:pt x="6217" y="2298589"/>
                  </a:lnTo>
                  <a:lnTo>
                    <a:pt x="0" y="2267334"/>
                  </a:lnTo>
                  <a:lnTo>
                    <a:pt x="0" y="2259329"/>
                  </a:lnTo>
                  <a:lnTo>
                    <a:pt x="0" y="113914"/>
                  </a:lnTo>
                  <a:lnTo>
                    <a:pt x="12343" y="67866"/>
                  </a:lnTo>
                  <a:lnTo>
                    <a:pt x="41370" y="30048"/>
                  </a:lnTo>
                  <a:lnTo>
                    <a:pt x="82658" y="6217"/>
                  </a:lnTo>
                  <a:lnTo>
                    <a:pt x="113914" y="0"/>
                  </a:lnTo>
                  <a:lnTo>
                    <a:pt x="2629285" y="0"/>
                  </a:lnTo>
                  <a:lnTo>
                    <a:pt x="2675331" y="12344"/>
                  </a:lnTo>
                  <a:lnTo>
                    <a:pt x="2713150" y="41369"/>
                  </a:lnTo>
                  <a:lnTo>
                    <a:pt x="2736982" y="82658"/>
                  </a:lnTo>
                  <a:lnTo>
                    <a:pt x="2743200" y="113914"/>
                  </a:lnTo>
                  <a:lnTo>
                    <a:pt x="2743200" y="2267334"/>
                  </a:lnTo>
                  <a:lnTo>
                    <a:pt x="2730855" y="2313381"/>
                  </a:lnTo>
                  <a:lnTo>
                    <a:pt x="2701829" y="2351199"/>
                  </a:lnTo>
                  <a:lnTo>
                    <a:pt x="2660539" y="2375032"/>
                  </a:lnTo>
                  <a:lnTo>
                    <a:pt x="2637213" y="2380468"/>
                  </a:lnTo>
                  <a:lnTo>
                    <a:pt x="2629285" y="2381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34224" y="4267199"/>
              <a:ext cx="666749" cy="666749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6389736" y="5137181"/>
            <a:ext cx="2399665" cy="805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1A2E"/>
                </a:solidFill>
                <a:latin typeface="Arial"/>
                <a:cs typeface="Arial"/>
              </a:rPr>
              <a:t>Curated</a:t>
            </a:r>
            <a:r>
              <a:rPr sz="1600" b="1" spc="-4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A1A2E"/>
                </a:solidFill>
                <a:latin typeface="Arial"/>
                <a:cs typeface="Arial"/>
              </a:rPr>
              <a:t>Events</a:t>
            </a:r>
            <a:endParaRPr sz="1600">
              <a:latin typeface="Arial"/>
              <a:cs typeface="Arial"/>
            </a:endParaRPr>
          </a:p>
          <a:p>
            <a:pPr marL="12065" marR="5080" algn="ctr">
              <a:lnSpc>
                <a:spcPct val="101000"/>
              </a:lnSpc>
              <a:spcBef>
                <a:spcPts val="1065"/>
              </a:spcBef>
            </a:pP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Explore</a:t>
            </a:r>
            <a:r>
              <a:rPr sz="1300" spc="6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organized</a:t>
            </a:r>
            <a:r>
              <a:rPr sz="1300" spc="6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opportunities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for</a:t>
            </a:r>
            <a:r>
              <a:rPr sz="13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students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professionals.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979407" y="3904487"/>
            <a:ext cx="3023870" cy="2661285"/>
            <a:chOff x="8979407" y="3904487"/>
            <a:chExt cx="3023870" cy="2661285"/>
          </a:xfrm>
        </p:grpSpPr>
        <p:sp>
          <p:nvSpPr>
            <p:cNvPr id="41" name="object 41"/>
            <p:cNvSpPr/>
            <p:nvPr/>
          </p:nvSpPr>
          <p:spPr>
            <a:xfrm>
              <a:off x="8979407" y="3904487"/>
              <a:ext cx="3023870" cy="2661285"/>
            </a:xfrm>
            <a:custGeom>
              <a:avLst/>
              <a:gdLst/>
              <a:ahLst/>
              <a:cxnLst/>
              <a:rect l="l" t="t" r="r" b="b"/>
              <a:pathLst>
                <a:path w="3023870" h="2661284">
                  <a:moveTo>
                    <a:pt x="3023615" y="2660903"/>
                  </a:moveTo>
                  <a:lnTo>
                    <a:pt x="0" y="2660903"/>
                  </a:lnTo>
                  <a:lnTo>
                    <a:pt x="0" y="0"/>
                  </a:lnTo>
                  <a:lnTo>
                    <a:pt x="3023615" y="0"/>
                  </a:lnTo>
                  <a:lnTo>
                    <a:pt x="3023615" y="124586"/>
                  </a:lnTo>
                  <a:lnTo>
                    <a:pt x="286511" y="124586"/>
                  </a:lnTo>
                  <a:lnTo>
                    <a:pt x="275439" y="125121"/>
                  </a:lnTo>
                  <a:lnTo>
                    <a:pt x="233475" y="137873"/>
                  </a:lnTo>
                  <a:lnTo>
                    <a:pt x="199585" y="165713"/>
                  </a:lnTo>
                  <a:lnTo>
                    <a:pt x="178928" y="204403"/>
                  </a:lnTo>
                  <a:lnTo>
                    <a:pt x="174116" y="236981"/>
                  </a:lnTo>
                  <a:lnTo>
                    <a:pt x="174116" y="2374391"/>
                  </a:lnTo>
                  <a:lnTo>
                    <a:pt x="182671" y="2417402"/>
                  </a:lnTo>
                  <a:lnTo>
                    <a:pt x="207036" y="2453866"/>
                  </a:lnTo>
                  <a:lnTo>
                    <a:pt x="243499" y="2478229"/>
                  </a:lnTo>
                  <a:lnTo>
                    <a:pt x="286511" y="2486786"/>
                  </a:lnTo>
                  <a:lnTo>
                    <a:pt x="3023615" y="2486786"/>
                  </a:lnTo>
                  <a:lnTo>
                    <a:pt x="3023615" y="2660903"/>
                  </a:lnTo>
                  <a:close/>
                </a:path>
                <a:path w="3023870" h="2661284">
                  <a:moveTo>
                    <a:pt x="3023615" y="2486786"/>
                  </a:moveTo>
                  <a:lnTo>
                    <a:pt x="2785871" y="2486786"/>
                  </a:lnTo>
                  <a:lnTo>
                    <a:pt x="2796943" y="2486251"/>
                  </a:lnTo>
                  <a:lnTo>
                    <a:pt x="2807802" y="2484647"/>
                  </a:lnTo>
                  <a:lnTo>
                    <a:pt x="2848326" y="2467861"/>
                  </a:lnTo>
                  <a:lnTo>
                    <a:pt x="2879341" y="2436846"/>
                  </a:lnTo>
                  <a:lnTo>
                    <a:pt x="2896127" y="2396322"/>
                  </a:lnTo>
                  <a:lnTo>
                    <a:pt x="2898266" y="2374391"/>
                  </a:lnTo>
                  <a:lnTo>
                    <a:pt x="2898266" y="236981"/>
                  </a:lnTo>
                  <a:lnTo>
                    <a:pt x="2889709" y="193969"/>
                  </a:lnTo>
                  <a:lnTo>
                    <a:pt x="2865346" y="157506"/>
                  </a:lnTo>
                  <a:lnTo>
                    <a:pt x="2828882" y="133142"/>
                  </a:lnTo>
                  <a:lnTo>
                    <a:pt x="2785871" y="124586"/>
                  </a:lnTo>
                  <a:lnTo>
                    <a:pt x="3023615" y="124586"/>
                  </a:lnTo>
                  <a:lnTo>
                    <a:pt x="3023615" y="2486786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143998" y="4019549"/>
              <a:ext cx="2743200" cy="2381250"/>
            </a:xfrm>
            <a:custGeom>
              <a:avLst/>
              <a:gdLst/>
              <a:ahLst/>
              <a:cxnLst/>
              <a:rect l="l" t="t" r="r" b="b"/>
              <a:pathLst>
                <a:path w="2743200" h="2381250">
                  <a:moveTo>
                    <a:pt x="2629285" y="2381249"/>
                  </a:moveTo>
                  <a:lnTo>
                    <a:pt x="113914" y="2381249"/>
                  </a:lnTo>
                  <a:lnTo>
                    <a:pt x="105986" y="2380468"/>
                  </a:lnTo>
                  <a:lnTo>
                    <a:pt x="67867" y="2368904"/>
                  </a:lnTo>
                  <a:lnTo>
                    <a:pt x="30048" y="2339879"/>
                  </a:lnTo>
                  <a:lnTo>
                    <a:pt x="6217" y="2298589"/>
                  </a:lnTo>
                  <a:lnTo>
                    <a:pt x="0" y="2267334"/>
                  </a:lnTo>
                  <a:lnTo>
                    <a:pt x="0" y="2259329"/>
                  </a:lnTo>
                  <a:lnTo>
                    <a:pt x="0" y="113914"/>
                  </a:lnTo>
                  <a:lnTo>
                    <a:pt x="12343" y="67866"/>
                  </a:lnTo>
                  <a:lnTo>
                    <a:pt x="41370" y="30048"/>
                  </a:lnTo>
                  <a:lnTo>
                    <a:pt x="82658" y="6217"/>
                  </a:lnTo>
                  <a:lnTo>
                    <a:pt x="113914" y="0"/>
                  </a:lnTo>
                  <a:lnTo>
                    <a:pt x="2629285" y="0"/>
                  </a:lnTo>
                  <a:lnTo>
                    <a:pt x="2675332" y="12344"/>
                  </a:lnTo>
                  <a:lnTo>
                    <a:pt x="2713150" y="41369"/>
                  </a:lnTo>
                  <a:lnTo>
                    <a:pt x="2736982" y="82658"/>
                  </a:lnTo>
                  <a:lnTo>
                    <a:pt x="2743199" y="113914"/>
                  </a:lnTo>
                  <a:lnTo>
                    <a:pt x="2743199" y="2267334"/>
                  </a:lnTo>
                  <a:lnTo>
                    <a:pt x="2730854" y="2313381"/>
                  </a:lnTo>
                  <a:lnTo>
                    <a:pt x="2701829" y="2351199"/>
                  </a:lnTo>
                  <a:lnTo>
                    <a:pt x="2660540" y="2375032"/>
                  </a:lnTo>
                  <a:lnTo>
                    <a:pt x="2637213" y="2380468"/>
                  </a:lnTo>
                  <a:lnTo>
                    <a:pt x="2629285" y="2381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58399" y="4267199"/>
              <a:ext cx="666749" cy="666749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9376865" y="5137181"/>
            <a:ext cx="2277110" cy="100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1A1A2E"/>
                </a:solidFill>
                <a:latin typeface="Arial"/>
                <a:cs typeface="Arial"/>
              </a:rPr>
              <a:t>Clear</a:t>
            </a:r>
            <a:r>
              <a:rPr sz="1600" b="1" spc="-4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1A2E"/>
                </a:solidFill>
                <a:latin typeface="Arial"/>
                <a:cs typeface="Arial"/>
              </a:rPr>
              <a:t>Booking</a:t>
            </a:r>
            <a:r>
              <a:rPr sz="1600" b="1" spc="-3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1A1A2E"/>
                </a:solidFill>
                <a:latin typeface="Arial"/>
                <a:cs typeface="Arial"/>
              </a:rPr>
              <a:t>Flow</a:t>
            </a:r>
            <a:endParaRPr sz="1600">
              <a:latin typeface="Arial"/>
              <a:cs typeface="Arial"/>
            </a:endParaRPr>
          </a:p>
          <a:p>
            <a:pPr marL="12700" marR="5080" algn="ctr">
              <a:lnSpc>
                <a:spcPct val="101000"/>
              </a:lnSpc>
              <a:spcBef>
                <a:spcPts val="1065"/>
              </a:spcBef>
            </a:pP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Move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from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event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discovery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4A5467"/>
                </a:solidFill>
                <a:latin typeface="Arial MT"/>
                <a:cs typeface="Arial MT"/>
              </a:rPr>
              <a:t>to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confirmed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attendance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in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4A5467"/>
                </a:solidFill>
                <a:latin typeface="Arial MT"/>
                <a:cs typeface="Arial MT"/>
              </a:rPr>
              <a:t>few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clear</a:t>
            </a:r>
            <a:r>
              <a:rPr sz="13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steps.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object 11"/>
          <p:cNvGrpSpPr/>
          <p:nvPr/>
        </p:nvGrpSpPr>
        <p:grpSpPr>
          <a:xfrm>
            <a:off x="0" y="0"/>
            <a:ext cx="12192000" cy="1171575"/>
            <a:chOff x="0" y="0"/>
            <a:chExt cx="12192000" cy="1171575"/>
          </a:xfrm>
        </p:grpSpPr>
        <p:sp>
          <p:nvSpPr>
            <p:cNvPr id="12" name="object 12"/>
            <p:cNvSpPr/>
            <p:nvPr/>
          </p:nvSpPr>
          <p:spPr>
            <a:xfrm>
              <a:off x="0" y="0"/>
              <a:ext cx="12192000" cy="1095375"/>
            </a:xfrm>
            <a:custGeom>
              <a:avLst/>
              <a:gdLst/>
              <a:ahLst/>
              <a:cxnLst/>
              <a:rect l="l" t="t" r="r" b="b"/>
              <a:pathLst>
                <a:path w="12192000" h="1095375">
                  <a:moveTo>
                    <a:pt x="12191999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1095374"/>
                  </a:lnTo>
                  <a:close/>
                </a:path>
              </a:pathLst>
            </a:custGeom>
            <a:solidFill>
              <a:srgbClr val="1A1A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1095374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1999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7619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799" y="180975"/>
              <a:ext cx="857249" cy="638174"/>
            </a:xfrm>
            <a:prstGeom prst="rect">
              <a:avLst/>
            </a:prstGeom>
          </p:spPr>
        </p:pic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spc="-10" dirty="0"/>
              <a:t>Technology</a:t>
            </a:r>
            <a:r>
              <a:rPr sz="3700" spc="-204" dirty="0"/>
              <a:t> </a:t>
            </a:r>
            <a:r>
              <a:rPr sz="3700" spc="-10" dirty="0"/>
              <a:t>Stack</a:t>
            </a:r>
            <a:endParaRPr sz="3700"/>
          </a:p>
        </p:txBody>
      </p:sp>
      <p:grpSp>
        <p:nvGrpSpPr>
          <p:cNvPr id="2" name="object 2"/>
          <p:cNvGrpSpPr/>
          <p:nvPr/>
        </p:nvGrpSpPr>
        <p:grpSpPr>
          <a:xfrm>
            <a:off x="265175" y="1408175"/>
            <a:ext cx="11795760" cy="3450590"/>
            <a:chOff x="265175" y="1408175"/>
            <a:chExt cx="11795760" cy="3450590"/>
          </a:xfrm>
        </p:grpSpPr>
        <p:sp>
          <p:nvSpPr>
            <p:cNvPr id="3" name="object 3"/>
            <p:cNvSpPr/>
            <p:nvPr/>
          </p:nvSpPr>
          <p:spPr>
            <a:xfrm>
              <a:off x="265175" y="1408175"/>
              <a:ext cx="3023870" cy="3450590"/>
            </a:xfrm>
            <a:custGeom>
              <a:avLst/>
              <a:gdLst/>
              <a:ahLst/>
              <a:cxnLst/>
              <a:rect l="l" t="t" r="r" b="b"/>
              <a:pathLst>
                <a:path w="3023870" h="3450590">
                  <a:moveTo>
                    <a:pt x="3023615" y="3450335"/>
                  </a:moveTo>
                  <a:lnTo>
                    <a:pt x="0" y="3450335"/>
                  </a:lnTo>
                  <a:lnTo>
                    <a:pt x="0" y="0"/>
                  </a:lnTo>
                  <a:lnTo>
                    <a:pt x="3023615" y="0"/>
                  </a:lnTo>
                  <a:lnTo>
                    <a:pt x="3023615" y="125348"/>
                  </a:lnTo>
                  <a:lnTo>
                    <a:pt x="285368" y="125348"/>
                  </a:lnTo>
                  <a:lnTo>
                    <a:pt x="274296" y="125883"/>
                  </a:lnTo>
                  <a:lnTo>
                    <a:pt x="232332" y="138635"/>
                  </a:lnTo>
                  <a:lnTo>
                    <a:pt x="198442" y="166475"/>
                  </a:lnTo>
                  <a:lnTo>
                    <a:pt x="177786" y="205165"/>
                  </a:lnTo>
                  <a:lnTo>
                    <a:pt x="172973" y="237743"/>
                  </a:lnTo>
                  <a:lnTo>
                    <a:pt x="172973" y="3165728"/>
                  </a:lnTo>
                  <a:lnTo>
                    <a:pt x="181529" y="3208740"/>
                  </a:lnTo>
                  <a:lnTo>
                    <a:pt x="205893" y="3245203"/>
                  </a:lnTo>
                  <a:lnTo>
                    <a:pt x="242357" y="3269567"/>
                  </a:lnTo>
                  <a:lnTo>
                    <a:pt x="285368" y="3278123"/>
                  </a:lnTo>
                  <a:lnTo>
                    <a:pt x="3023615" y="3278123"/>
                  </a:lnTo>
                  <a:lnTo>
                    <a:pt x="3023615" y="3450335"/>
                  </a:lnTo>
                  <a:close/>
                </a:path>
                <a:path w="3023870" h="3450590">
                  <a:moveTo>
                    <a:pt x="3023615" y="3278123"/>
                  </a:moveTo>
                  <a:lnTo>
                    <a:pt x="2784728" y="3278123"/>
                  </a:lnTo>
                  <a:lnTo>
                    <a:pt x="2795800" y="3277588"/>
                  </a:lnTo>
                  <a:lnTo>
                    <a:pt x="2806659" y="3275984"/>
                  </a:lnTo>
                  <a:lnTo>
                    <a:pt x="2847183" y="3259199"/>
                  </a:lnTo>
                  <a:lnTo>
                    <a:pt x="2878199" y="3228183"/>
                  </a:lnTo>
                  <a:lnTo>
                    <a:pt x="2894984" y="3187659"/>
                  </a:lnTo>
                  <a:lnTo>
                    <a:pt x="2897123" y="3165728"/>
                  </a:lnTo>
                  <a:lnTo>
                    <a:pt x="2897123" y="237743"/>
                  </a:lnTo>
                  <a:lnTo>
                    <a:pt x="2888568" y="194732"/>
                  </a:lnTo>
                  <a:lnTo>
                    <a:pt x="2864203" y="158268"/>
                  </a:lnTo>
                  <a:lnTo>
                    <a:pt x="2827740" y="133904"/>
                  </a:lnTo>
                  <a:lnTo>
                    <a:pt x="2784728" y="125348"/>
                  </a:lnTo>
                  <a:lnTo>
                    <a:pt x="3023615" y="125348"/>
                  </a:lnTo>
                  <a:lnTo>
                    <a:pt x="3023615" y="327812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8624" y="1523999"/>
              <a:ext cx="2743200" cy="3171825"/>
            </a:xfrm>
            <a:custGeom>
              <a:avLst/>
              <a:gdLst/>
              <a:ahLst/>
              <a:cxnLst/>
              <a:rect l="l" t="t" r="r" b="b"/>
              <a:pathLst>
                <a:path w="2743200" h="3171825">
                  <a:moveTo>
                    <a:pt x="2629284" y="3171824"/>
                  </a:moveTo>
                  <a:lnTo>
                    <a:pt x="113914" y="3171824"/>
                  </a:lnTo>
                  <a:lnTo>
                    <a:pt x="105986" y="3171043"/>
                  </a:lnTo>
                  <a:lnTo>
                    <a:pt x="67867" y="3159479"/>
                  </a:lnTo>
                  <a:lnTo>
                    <a:pt x="30048" y="3130454"/>
                  </a:lnTo>
                  <a:lnTo>
                    <a:pt x="6217" y="3089165"/>
                  </a:lnTo>
                  <a:lnTo>
                    <a:pt x="0" y="3057910"/>
                  </a:lnTo>
                  <a:lnTo>
                    <a:pt x="0" y="3049904"/>
                  </a:lnTo>
                  <a:lnTo>
                    <a:pt x="0" y="113914"/>
                  </a:lnTo>
                  <a:lnTo>
                    <a:pt x="12344" y="67866"/>
                  </a:lnTo>
                  <a:lnTo>
                    <a:pt x="41370" y="30048"/>
                  </a:lnTo>
                  <a:lnTo>
                    <a:pt x="82659" y="6216"/>
                  </a:lnTo>
                  <a:lnTo>
                    <a:pt x="113914" y="0"/>
                  </a:lnTo>
                  <a:lnTo>
                    <a:pt x="2629284" y="0"/>
                  </a:lnTo>
                  <a:lnTo>
                    <a:pt x="2675332" y="12344"/>
                  </a:lnTo>
                  <a:lnTo>
                    <a:pt x="2713150" y="41369"/>
                  </a:lnTo>
                  <a:lnTo>
                    <a:pt x="2736982" y="82659"/>
                  </a:lnTo>
                  <a:lnTo>
                    <a:pt x="2743199" y="113914"/>
                  </a:lnTo>
                  <a:lnTo>
                    <a:pt x="2743199" y="3057910"/>
                  </a:lnTo>
                  <a:lnTo>
                    <a:pt x="2730855" y="3103956"/>
                  </a:lnTo>
                  <a:lnTo>
                    <a:pt x="2701829" y="3141775"/>
                  </a:lnTo>
                  <a:lnTo>
                    <a:pt x="2660540" y="3165606"/>
                  </a:lnTo>
                  <a:lnTo>
                    <a:pt x="2637213" y="3171043"/>
                  </a:lnTo>
                  <a:lnTo>
                    <a:pt x="2629284" y="3171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88207" y="1408175"/>
              <a:ext cx="3023870" cy="3450590"/>
            </a:xfrm>
            <a:custGeom>
              <a:avLst/>
              <a:gdLst/>
              <a:ahLst/>
              <a:cxnLst/>
              <a:rect l="l" t="t" r="r" b="b"/>
              <a:pathLst>
                <a:path w="3023870" h="3450590">
                  <a:moveTo>
                    <a:pt x="3023615" y="3450335"/>
                  </a:moveTo>
                  <a:lnTo>
                    <a:pt x="0" y="3450335"/>
                  </a:lnTo>
                  <a:lnTo>
                    <a:pt x="0" y="0"/>
                  </a:lnTo>
                  <a:lnTo>
                    <a:pt x="3023615" y="0"/>
                  </a:lnTo>
                  <a:lnTo>
                    <a:pt x="3023615" y="125348"/>
                  </a:lnTo>
                  <a:lnTo>
                    <a:pt x="286511" y="125348"/>
                  </a:lnTo>
                  <a:lnTo>
                    <a:pt x="275439" y="125883"/>
                  </a:lnTo>
                  <a:lnTo>
                    <a:pt x="233475" y="138635"/>
                  </a:lnTo>
                  <a:lnTo>
                    <a:pt x="199585" y="166475"/>
                  </a:lnTo>
                  <a:lnTo>
                    <a:pt x="178929" y="205165"/>
                  </a:lnTo>
                  <a:lnTo>
                    <a:pt x="174116" y="237743"/>
                  </a:lnTo>
                  <a:lnTo>
                    <a:pt x="174116" y="3165728"/>
                  </a:lnTo>
                  <a:lnTo>
                    <a:pt x="182671" y="3208740"/>
                  </a:lnTo>
                  <a:lnTo>
                    <a:pt x="207036" y="3245203"/>
                  </a:lnTo>
                  <a:lnTo>
                    <a:pt x="243499" y="3269567"/>
                  </a:lnTo>
                  <a:lnTo>
                    <a:pt x="286511" y="3278123"/>
                  </a:lnTo>
                  <a:lnTo>
                    <a:pt x="3023615" y="3278123"/>
                  </a:lnTo>
                  <a:lnTo>
                    <a:pt x="3023615" y="3450335"/>
                  </a:lnTo>
                  <a:close/>
                </a:path>
                <a:path w="3023870" h="3450590">
                  <a:moveTo>
                    <a:pt x="3023615" y="3278123"/>
                  </a:moveTo>
                  <a:lnTo>
                    <a:pt x="2785871" y="3278123"/>
                  </a:lnTo>
                  <a:lnTo>
                    <a:pt x="2796943" y="3277588"/>
                  </a:lnTo>
                  <a:lnTo>
                    <a:pt x="2807802" y="3275984"/>
                  </a:lnTo>
                  <a:lnTo>
                    <a:pt x="2848326" y="3259199"/>
                  </a:lnTo>
                  <a:lnTo>
                    <a:pt x="2879341" y="3228183"/>
                  </a:lnTo>
                  <a:lnTo>
                    <a:pt x="2896127" y="3187659"/>
                  </a:lnTo>
                  <a:lnTo>
                    <a:pt x="2898266" y="3165728"/>
                  </a:lnTo>
                  <a:lnTo>
                    <a:pt x="2898266" y="237743"/>
                  </a:lnTo>
                  <a:lnTo>
                    <a:pt x="2889710" y="194732"/>
                  </a:lnTo>
                  <a:lnTo>
                    <a:pt x="2865346" y="158268"/>
                  </a:lnTo>
                  <a:lnTo>
                    <a:pt x="2828883" y="133904"/>
                  </a:lnTo>
                  <a:lnTo>
                    <a:pt x="2785871" y="125348"/>
                  </a:lnTo>
                  <a:lnTo>
                    <a:pt x="3023615" y="125348"/>
                  </a:lnTo>
                  <a:lnTo>
                    <a:pt x="3023615" y="327812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52799" y="1523999"/>
              <a:ext cx="2743200" cy="3171825"/>
            </a:xfrm>
            <a:custGeom>
              <a:avLst/>
              <a:gdLst/>
              <a:ahLst/>
              <a:cxnLst/>
              <a:rect l="l" t="t" r="r" b="b"/>
              <a:pathLst>
                <a:path w="2743200" h="3171825">
                  <a:moveTo>
                    <a:pt x="2629285" y="3171824"/>
                  </a:moveTo>
                  <a:lnTo>
                    <a:pt x="113914" y="3171824"/>
                  </a:lnTo>
                  <a:lnTo>
                    <a:pt x="105986" y="3171043"/>
                  </a:lnTo>
                  <a:lnTo>
                    <a:pt x="67866" y="3159479"/>
                  </a:lnTo>
                  <a:lnTo>
                    <a:pt x="30048" y="3130454"/>
                  </a:lnTo>
                  <a:lnTo>
                    <a:pt x="6217" y="3089165"/>
                  </a:lnTo>
                  <a:lnTo>
                    <a:pt x="0" y="3057910"/>
                  </a:lnTo>
                  <a:lnTo>
                    <a:pt x="0" y="3049904"/>
                  </a:lnTo>
                  <a:lnTo>
                    <a:pt x="0" y="113914"/>
                  </a:lnTo>
                  <a:lnTo>
                    <a:pt x="12344" y="67866"/>
                  </a:lnTo>
                  <a:lnTo>
                    <a:pt x="41369" y="30048"/>
                  </a:lnTo>
                  <a:lnTo>
                    <a:pt x="82658" y="6216"/>
                  </a:lnTo>
                  <a:lnTo>
                    <a:pt x="113914" y="0"/>
                  </a:lnTo>
                  <a:lnTo>
                    <a:pt x="2629285" y="0"/>
                  </a:lnTo>
                  <a:lnTo>
                    <a:pt x="2675331" y="12344"/>
                  </a:lnTo>
                  <a:lnTo>
                    <a:pt x="2713150" y="41369"/>
                  </a:lnTo>
                  <a:lnTo>
                    <a:pt x="2736981" y="82659"/>
                  </a:lnTo>
                  <a:lnTo>
                    <a:pt x="2743199" y="113914"/>
                  </a:lnTo>
                  <a:lnTo>
                    <a:pt x="2743199" y="3057910"/>
                  </a:lnTo>
                  <a:lnTo>
                    <a:pt x="2730854" y="3103956"/>
                  </a:lnTo>
                  <a:lnTo>
                    <a:pt x="2701829" y="3141775"/>
                  </a:lnTo>
                  <a:lnTo>
                    <a:pt x="2660540" y="3165606"/>
                  </a:lnTo>
                  <a:lnTo>
                    <a:pt x="2637214" y="3171043"/>
                  </a:lnTo>
                  <a:lnTo>
                    <a:pt x="2629285" y="3171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14287" y="1408175"/>
              <a:ext cx="3020695" cy="3450590"/>
            </a:xfrm>
            <a:custGeom>
              <a:avLst/>
              <a:gdLst/>
              <a:ahLst/>
              <a:cxnLst/>
              <a:rect l="l" t="t" r="r" b="b"/>
              <a:pathLst>
                <a:path w="3020695" h="3450590">
                  <a:moveTo>
                    <a:pt x="3020567" y="3450335"/>
                  </a:moveTo>
                  <a:lnTo>
                    <a:pt x="0" y="3450335"/>
                  </a:lnTo>
                  <a:lnTo>
                    <a:pt x="0" y="0"/>
                  </a:lnTo>
                  <a:lnTo>
                    <a:pt x="3020567" y="0"/>
                  </a:lnTo>
                  <a:lnTo>
                    <a:pt x="3020567" y="125348"/>
                  </a:lnTo>
                  <a:lnTo>
                    <a:pt x="284606" y="125348"/>
                  </a:lnTo>
                  <a:lnTo>
                    <a:pt x="273534" y="125883"/>
                  </a:lnTo>
                  <a:lnTo>
                    <a:pt x="231569" y="138635"/>
                  </a:lnTo>
                  <a:lnTo>
                    <a:pt x="197680" y="166475"/>
                  </a:lnTo>
                  <a:lnTo>
                    <a:pt x="177023" y="205165"/>
                  </a:lnTo>
                  <a:lnTo>
                    <a:pt x="172211" y="237743"/>
                  </a:lnTo>
                  <a:lnTo>
                    <a:pt x="172211" y="3165728"/>
                  </a:lnTo>
                  <a:lnTo>
                    <a:pt x="180766" y="3208740"/>
                  </a:lnTo>
                  <a:lnTo>
                    <a:pt x="205131" y="3245203"/>
                  </a:lnTo>
                  <a:lnTo>
                    <a:pt x="241594" y="3269567"/>
                  </a:lnTo>
                  <a:lnTo>
                    <a:pt x="284606" y="3278123"/>
                  </a:lnTo>
                  <a:lnTo>
                    <a:pt x="3020567" y="3278123"/>
                  </a:lnTo>
                  <a:lnTo>
                    <a:pt x="3020567" y="3450335"/>
                  </a:lnTo>
                  <a:close/>
                </a:path>
                <a:path w="3020695" h="3450590">
                  <a:moveTo>
                    <a:pt x="3020567" y="3278123"/>
                  </a:moveTo>
                  <a:lnTo>
                    <a:pt x="2783966" y="3278123"/>
                  </a:lnTo>
                  <a:lnTo>
                    <a:pt x="2795038" y="3277588"/>
                  </a:lnTo>
                  <a:lnTo>
                    <a:pt x="2805897" y="3275984"/>
                  </a:lnTo>
                  <a:lnTo>
                    <a:pt x="2846420" y="3259199"/>
                  </a:lnTo>
                  <a:lnTo>
                    <a:pt x="2877436" y="3228183"/>
                  </a:lnTo>
                  <a:lnTo>
                    <a:pt x="2894222" y="3187659"/>
                  </a:lnTo>
                  <a:lnTo>
                    <a:pt x="2896361" y="3165728"/>
                  </a:lnTo>
                  <a:lnTo>
                    <a:pt x="2896361" y="237743"/>
                  </a:lnTo>
                  <a:lnTo>
                    <a:pt x="2887805" y="194732"/>
                  </a:lnTo>
                  <a:lnTo>
                    <a:pt x="2863441" y="158268"/>
                  </a:lnTo>
                  <a:lnTo>
                    <a:pt x="2826977" y="133904"/>
                  </a:lnTo>
                  <a:lnTo>
                    <a:pt x="2783966" y="125348"/>
                  </a:lnTo>
                  <a:lnTo>
                    <a:pt x="3020567" y="125348"/>
                  </a:lnTo>
                  <a:lnTo>
                    <a:pt x="3020567" y="327812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76974" y="1523999"/>
              <a:ext cx="2743200" cy="3171825"/>
            </a:xfrm>
            <a:custGeom>
              <a:avLst/>
              <a:gdLst/>
              <a:ahLst/>
              <a:cxnLst/>
              <a:rect l="l" t="t" r="r" b="b"/>
              <a:pathLst>
                <a:path w="2743200" h="3171825">
                  <a:moveTo>
                    <a:pt x="2629285" y="3171824"/>
                  </a:moveTo>
                  <a:lnTo>
                    <a:pt x="113913" y="3171824"/>
                  </a:lnTo>
                  <a:lnTo>
                    <a:pt x="105985" y="3171043"/>
                  </a:lnTo>
                  <a:lnTo>
                    <a:pt x="67865" y="3159479"/>
                  </a:lnTo>
                  <a:lnTo>
                    <a:pt x="30048" y="3130454"/>
                  </a:lnTo>
                  <a:lnTo>
                    <a:pt x="6216" y="3089165"/>
                  </a:lnTo>
                  <a:lnTo>
                    <a:pt x="0" y="3057910"/>
                  </a:lnTo>
                  <a:lnTo>
                    <a:pt x="0" y="3049904"/>
                  </a:lnTo>
                  <a:lnTo>
                    <a:pt x="0" y="113914"/>
                  </a:lnTo>
                  <a:lnTo>
                    <a:pt x="12343" y="67866"/>
                  </a:lnTo>
                  <a:lnTo>
                    <a:pt x="41370" y="30048"/>
                  </a:lnTo>
                  <a:lnTo>
                    <a:pt x="82658" y="6216"/>
                  </a:lnTo>
                  <a:lnTo>
                    <a:pt x="113913" y="0"/>
                  </a:lnTo>
                  <a:lnTo>
                    <a:pt x="2629285" y="0"/>
                  </a:lnTo>
                  <a:lnTo>
                    <a:pt x="2675331" y="12344"/>
                  </a:lnTo>
                  <a:lnTo>
                    <a:pt x="2713150" y="41369"/>
                  </a:lnTo>
                  <a:lnTo>
                    <a:pt x="2736981" y="82659"/>
                  </a:lnTo>
                  <a:lnTo>
                    <a:pt x="2743199" y="113914"/>
                  </a:lnTo>
                  <a:lnTo>
                    <a:pt x="2743199" y="3057910"/>
                  </a:lnTo>
                  <a:lnTo>
                    <a:pt x="2730854" y="3103956"/>
                  </a:lnTo>
                  <a:lnTo>
                    <a:pt x="2701829" y="3141775"/>
                  </a:lnTo>
                  <a:lnTo>
                    <a:pt x="2660539" y="3165606"/>
                  </a:lnTo>
                  <a:lnTo>
                    <a:pt x="2637213" y="3171043"/>
                  </a:lnTo>
                  <a:lnTo>
                    <a:pt x="2629285" y="3171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37319" y="1408175"/>
              <a:ext cx="3023870" cy="3450590"/>
            </a:xfrm>
            <a:custGeom>
              <a:avLst/>
              <a:gdLst/>
              <a:ahLst/>
              <a:cxnLst/>
              <a:rect l="l" t="t" r="r" b="b"/>
              <a:pathLst>
                <a:path w="3023870" h="3450590">
                  <a:moveTo>
                    <a:pt x="3023615" y="3450335"/>
                  </a:moveTo>
                  <a:lnTo>
                    <a:pt x="0" y="3450335"/>
                  </a:lnTo>
                  <a:lnTo>
                    <a:pt x="0" y="0"/>
                  </a:lnTo>
                  <a:lnTo>
                    <a:pt x="3023615" y="0"/>
                  </a:lnTo>
                  <a:lnTo>
                    <a:pt x="3023615" y="125348"/>
                  </a:lnTo>
                  <a:lnTo>
                    <a:pt x="285749" y="125348"/>
                  </a:lnTo>
                  <a:lnTo>
                    <a:pt x="274677" y="125883"/>
                  </a:lnTo>
                  <a:lnTo>
                    <a:pt x="232712" y="138635"/>
                  </a:lnTo>
                  <a:lnTo>
                    <a:pt x="198822" y="166475"/>
                  </a:lnTo>
                  <a:lnTo>
                    <a:pt x="178166" y="205165"/>
                  </a:lnTo>
                  <a:lnTo>
                    <a:pt x="173354" y="237743"/>
                  </a:lnTo>
                  <a:lnTo>
                    <a:pt x="173354" y="3165728"/>
                  </a:lnTo>
                  <a:lnTo>
                    <a:pt x="181909" y="3208740"/>
                  </a:lnTo>
                  <a:lnTo>
                    <a:pt x="206273" y="3245203"/>
                  </a:lnTo>
                  <a:lnTo>
                    <a:pt x="242737" y="3269567"/>
                  </a:lnTo>
                  <a:lnTo>
                    <a:pt x="285749" y="3278123"/>
                  </a:lnTo>
                  <a:lnTo>
                    <a:pt x="3023615" y="3278123"/>
                  </a:lnTo>
                  <a:lnTo>
                    <a:pt x="3023615" y="3450335"/>
                  </a:lnTo>
                  <a:close/>
                </a:path>
                <a:path w="3023870" h="3450590">
                  <a:moveTo>
                    <a:pt x="3023615" y="3278123"/>
                  </a:moveTo>
                  <a:lnTo>
                    <a:pt x="2785109" y="3278123"/>
                  </a:lnTo>
                  <a:lnTo>
                    <a:pt x="2796181" y="3277588"/>
                  </a:lnTo>
                  <a:lnTo>
                    <a:pt x="2807040" y="3275984"/>
                  </a:lnTo>
                  <a:lnTo>
                    <a:pt x="2847563" y="3259199"/>
                  </a:lnTo>
                  <a:lnTo>
                    <a:pt x="2878578" y="3228183"/>
                  </a:lnTo>
                  <a:lnTo>
                    <a:pt x="2895364" y="3187659"/>
                  </a:lnTo>
                  <a:lnTo>
                    <a:pt x="2897504" y="3165728"/>
                  </a:lnTo>
                  <a:lnTo>
                    <a:pt x="2897504" y="237743"/>
                  </a:lnTo>
                  <a:lnTo>
                    <a:pt x="2888947" y="194732"/>
                  </a:lnTo>
                  <a:lnTo>
                    <a:pt x="2864584" y="158268"/>
                  </a:lnTo>
                  <a:lnTo>
                    <a:pt x="2828119" y="133904"/>
                  </a:lnTo>
                  <a:lnTo>
                    <a:pt x="2785109" y="125348"/>
                  </a:lnTo>
                  <a:lnTo>
                    <a:pt x="3023615" y="125348"/>
                  </a:lnTo>
                  <a:lnTo>
                    <a:pt x="3023615" y="3278123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201148" y="1523999"/>
              <a:ext cx="2743200" cy="3171825"/>
            </a:xfrm>
            <a:custGeom>
              <a:avLst/>
              <a:gdLst/>
              <a:ahLst/>
              <a:cxnLst/>
              <a:rect l="l" t="t" r="r" b="b"/>
              <a:pathLst>
                <a:path w="2743200" h="3171825">
                  <a:moveTo>
                    <a:pt x="2629285" y="3171824"/>
                  </a:moveTo>
                  <a:lnTo>
                    <a:pt x="113914" y="3171824"/>
                  </a:lnTo>
                  <a:lnTo>
                    <a:pt x="105986" y="3171043"/>
                  </a:lnTo>
                  <a:lnTo>
                    <a:pt x="67866" y="3159479"/>
                  </a:lnTo>
                  <a:lnTo>
                    <a:pt x="30048" y="3130454"/>
                  </a:lnTo>
                  <a:lnTo>
                    <a:pt x="6215" y="3089165"/>
                  </a:lnTo>
                  <a:lnTo>
                    <a:pt x="0" y="3057910"/>
                  </a:lnTo>
                  <a:lnTo>
                    <a:pt x="0" y="3049904"/>
                  </a:lnTo>
                  <a:lnTo>
                    <a:pt x="0" y="113914"/>
                  </a:lnTo>
                  <a:lnTo>
                    <a:pt x="12343" y="67866"/>
                  </a:lnTo>
                  <a:lnTo>
                    <a:pt x="41370" y="30048"/>
                  </a:lnTo>
                  <a:lnTo>
                    <a:pt x="82658" y="6216"/>
                  </a:lnTo>
                  <a:lnTo>
                    <a:pt x="113914" y="0"/>
                  </a:lnTo>
                  <a:lnTo>
                    <a:pt x="2629285" y="0"/>
                  </a:lnTo>
                  <a:lnTo>
                    <a:pt x="2675331" y="12344"/>
                  </a:lnTo>
                  <a:lnTo>
                    <a:pt x="2713150" y="41369"/>
                  </a:lnTo>
                  <a:lnTo>
                    <a:pt x="2736982" y="82659"/>
                  </a:lnTo>
                  <a:lnTo>
                    <a:pt x="2743200" y="113914"/>
                  </a:lnTo>
                  <a:lnTo>
                    <a:pt x="2743200" y="3057910"/>
                  </a:lnTo>
                  <a:lnTo>
                    <a:pt x="2730854" y="3103956"/>
                  </a:lnTo>
                  <a:lnTo>
                    <a:pt x="2701829" y="3141775"/>
                  </a:lnTo>
                  <a:lnTo>
                    <a:pt x="2660539" y="3165606"/>
                  </a:lnTo>
                  <a:lnTo>
                    <a:pt x="2637212" y="3171043"/>
                  </a:lnTo>
                  <a:lnTo>
                    <a:pt x="2629285" y="3171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428624" y="1523999"/>
            <a:ext cx="2743200" cy="95250"/>
          </a:xfrm>
          <a:custGeom>
            <a:avLst/>
            <a:gdLst/>
            <a:ahLst/>
            <a:cxnLst/>
            <a:rect l="l" t="t" r="r" b="b"/>
            <a:pathLst>
              <a:path w="2743200" h="95250">
                <a:moveTo>
                  <a:pt x="2743199" y="95249"/>
                </a:moveTo>
                <a:lnTo>
                  <a:pt x="0" y="95249"/>
                </a:lnTo>
                <a:lnTo>
                  <a:pt x="0" y="0"/>
                </a:lnTo>
                <a:lnTo>
                  <a:pt x="2743199" y="0"/>
                </a:lnTo>
                <a:lnTo>
                  <a:pt x="2743199" y="95249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52799" y="1523999"/>
            <a:ext cx="2743200" cy="95250"/>
          </a:xfrm>
          <a:custGeom>
            <a:avLst/>
            <a:gdLst/>
            <a:ahLst/>
            <a:cxnLst/>
            <a:rect l="l" t="t" r="r" b="b"/>
            <a:pathLst>
              <a:path w="2743200" h="95250">
                <a:moveTo>
                  <a:pt x="2743199" y="95249"/>
                </a:moveTo>
                <a:lnTo>
                  <a:pt x="0" y="95249"/>
                </a:lnTo>
                <a:lnTo>
                  <a:pt x="0" y="0"/>
                </a:lnTo>
                <a:lnTo>
                  <a:pt x="2743199" y="0"/>
                </a:lnTo>
                <a:lnTo>
                  <a:pt x="2743199" y="95249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76974" y="1523999"/>
            <a:ext cx="2743200" cy="95250"/>
          </a:xfrm>
          <a:custGeom>
            <a:avLst/>
            <a:gdLst/>
            <a:ahLst/>
            <a:cxnLst/>
            <a:rect l="l" t="t" r="r" b="b"/>
            <a:pathLst>
              <a:path w="2743200" h="95250">
                <a:moveTo>
                  <a:pt x="2743199" y="95249"/>
                </a:moveTo>
                <a:lnTo>
                  <a:pt x="0" y="95249"/>
                </a:lnTo>
                <a:lnTo>
                  <a:pt x="0" y="0"/>
                </a:lnTo>
                <a:lnTo>
                  <a:pt x="2743199" y="0"/>
                </a:lnTo>
                <a:lnTo>
                  <a:pt x="2743199" y="95249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201149" y="1523999"/>
            <a:ext cx="2743200" cy="95250"/>
          </a:xfrm>
          <a:custGeom>
            <a:avLst/>
            <a:gdLst/>
            <a:ahLst/>
            <a:cxnLst/>
            <a:rect l="l" t="t" r="r" b="b"/>
            <a:pathLst>
              <a:path w="2743200" h="95250">
                <a:moveTo>
                  <a:pt x="2743199" y="95249"/>
                </a:moveTo>
                <a:lnTo>
                  <a:pt x="0" y="95249"/>
                </a:lnTo>
                <a:lnTo>
                  <a:pt x="0" y="0"/>
                </a:lnTo>
                <a:lnTo>
                  <a:pt x="2743199" y="0"/>
                </a:lnTo>
                <a:lnTo>
                  <a:pt x="2743199" y="95249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6349" y="1828800"/>
            <a:ext cx="857249" cy="85724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0050" y="1828800"/>
            <a:ext cx="847724" cy="85724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34225" y="1828800"/>
            <a:ext cx="847724" cy="85724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58399" y="1828800"/>
            <a:ext cx="857249" cy="8572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330176" y="2863845"/>
            <a:ext cx="935990" cy="58674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850" b="1" spc="-10" dirty="0">
                <a:solidFill>
                  <a:srgbClr val="1A1A2E"/>
                </a:solidFill>
                <a:latin typeface="Arial"/>
                <a:cs typeface="Arial"/>
              </a:rPr>
              <a:t>React.js</a:t>
            </a:r>
            <a:endParaRPr sz="1850">
              <a:latin typeface="Arial"/>
              <a:cs typeface="Arial"/>
            </a:endParaRPr>
          </a:p>
          <a:p>
            <a:pPr marL="93980">
              <a:lnSpc>
                <a:spcPct val="100000"/>
              </a:lnSpc>
              <a:spcBef>
                <a:spcPts val="204"/>
              </a:spcBef>
            </a:pPr>
            <a:r>
              <a:rPr sz="1450" spc="-10" dirty="0">
                <a:solidFill>
                  <a:srgbClr val="C31D3A"/>
                </a:solidFill>
                <a:latin typeface="Arial MT"/>
                <a:cs typeface="Arial MT"/>
              </a:rPr>
              <a:t>Frontend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82777" y="2863845"/>
            <a:ext cx="883285" cy="58674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850" b="1" spc="-10" dirty="0">
                <a:solidFill>
                  <a:srgbClr val="1A1A2E"/>
                </a:solidFill>
                <a:latin typeface="Arial"/>
                <a:cs typeface="Arial"/>
              </a:rPr>
              <a:t>Node.js</a:t>
            </a:r>
            <a:endParaRPr sz="185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204"/>
              </a:spcBef>
            </a:pPr>
            <a:r>
              <a:rPr sz="1450" spc="-10" dirty="0">
                <a:solidFill>
                  <a:srgbClr val="C31D3A"/>
                </a:solidFill>
                <a:latin typeface="Arial MT"/>
                <a:cs typeface="Arial MT"/>
              </a:rPr>
              <a:t>Runtime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81750" y="2854320"/>
            <a:ext cx="1737360" cy="58674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850" b="1" spc="-10" dirty="0">
                <a:solidFill>
                  <a:srgbClr val="1A1A2E"/>
                </a:solidFill>
                <a:latin typeface="Arial"/>
                <a:cs typeface="Arial"/>
              </a:rPr>
              <a:t>Express.js</a:t>
            </a:r>
            <a:endParaRPr sz="1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1450" dirty="0">
                <a:solidFill>
                  <a:srgbClr val="C31D3A"/>
                </a:solidFill>
                <a:latin typeface="Arial MT"/>
                <a:cs typeface="Arial MT"/>
              </a:rPr>
              <a:t>Backend</a:t>
            </a:r>
            <a:r>
              <a:rPr sz="1450" spc="-5" dirty="0">
                <a:solidFill>
                  <a:srgbClr val="C31D3A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C31D3A"/>
                </a:solidFill>
                <a:latin typeface="Arial MT"/>
                <a:cs typeface="Arial MT"/>
              </a:rPr>
              <a:t>Framework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003134" y="2863845"/>
            <a:ext cx="1146175" cy="58674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850" b="1" spc="-10" dirty="0">
                <a:solidFill>
                  <a:srgbClr val="1A1A2E"/>
                </a:solidFill>
                <a:latin typeface="Arial"/>
                <a:cs typeface="Arial"/>
              </a:rPr>
              <a:t>MongoDB</a:t>
            </a:r>
            <a:endParaRPr sz="1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1450" spc="-10" dirty="0">
                <a:solidFill>
                  <a:srgbClr val="C31D3A"/>
                </a:solidFill>
                <a:latin typeface="Arial MT"/>
                <a:cs typeface="Arial MT"/>
              </a:rPr>
              <a:t>Database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6586" y="3685571"/>
            <a:ext cx="2183130" cy="6286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065" marR="5080" algn="ctr">
              <a:lnSpc>
                <a:spcPct val="101000"/>
              </a:lnSpc>
              <a:spcBef>
                <a:spcPts val="115"/>
              </a:spcBef>
            </a:pP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React</a:t>
            </a:r>
            <a:r>
              <a:rPr sz="1300" spc="8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component-based</a:t>
            </a:r>
            <a:r>
              <a:rPr sz="1300" spc="8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4A5467"/>
                </a:solidFill>
                <a:latin typeface="Arial MT"/>
                <a:cs typeface="Arial MT"/>
              </a:rPr>
              <a:t>UI,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React</a:t>
            </a:r>
            <a:r>
              <a:rPr sz="1300" spc="5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Router,</a:t>
            </a:r>
            <a:r>
              <a:rPr sz="1300" spc="-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Axios,</a:t>
            </a:r>
            <a:r>
              <a:rPr sz="1300" spc="5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Context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API</a:t>
            </a:r>
            <a:r>
              <a:rPr sz="1300" spc="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/</a:t>
            </a:r>
            <a:r>
              <a:rPr sz="1300" spc="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Redux.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57686" y="3685571"/>
            <a:ext cx="2332990" cy="42862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43510" marR="5080" indent="-131445">
              <a:lnSpc>
                <a:spcPct val="101000"/>
              </a:lnSpc>
              <a:spcBef>
                <a:spcPts val="115"/>
              </a:spcBef>
            </a:pP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Server-side</a:t>
            </a:r>
            <a:r>
              <a:rPr sz="1300" spc="7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JavaScript</a:t>
            </a:r>
            <a:r>
              <a:rPr sz="1300" spc="7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runtime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for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backend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logic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3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4A5467"/>
                </a:solidFill>
                <a:latin typeface="Arial MT"/>
                <a:cs typeface="Arial MT"/>
              </a:rPr>
              <a:t>APIs.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469508" y="3685571"/>
            <a:ext cx="2361565" cy="6286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065" marR="5080" indent="-635" algn="ctr">
              <a:lnSpc>
                <a:spcPct val="101000"/>
              </a:lnSpc>
              <a:spcBef>
                <a:spcPts val="115"/>
              </a:spcBef>
            </a:pP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RESTful</a:t>
            </a:r>
            <a:r>
              <a:rPr sz="13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API</a:t>
            </a:r>
            <a:r>
              <a:rPr sz="1300" spc="6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endpoints</a:t>
            </a:r>
            <a:r>
              <a:rPr sz="1300" spc="6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20" dirty="0">
                <a:solidFill>
                  <a:srgbClr val="4A5467"/>
                </a:solidFill>
                <a:latin typeface="Arial MT"/>
                <a:cs typeface="Arial MT"/>
              </a:rPr>
              <a:t>with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middleware</a:t>
            </a:r>
            <a:r>
              <a:rPr sz="1300" spc="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for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auth,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validation,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300" spc="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error</a:t>
            </a:r>
            <a:r>
              <a:rPr sz="1300" spc="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handling.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562752" y="3685571"/>
            <a:ext cx="2026920" cy="42862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65760" marR="5080" indent="-353695">
              <a:lnSpc>
                <a:spcPct val="101000"/>
              </a:lnSpc>
              <a:spcBef>
                <a:spcPts val="115"/>
              </a:spcBef>
            </a:pP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NoSQL document</a:t>
            </a:r>
            <a:r>
              <a:rPr sz="1300" spc="6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store</a:t>
            </a:r>
            <a:r>
              <a:rPr sz="1300" spc="6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25" dirty="0">
                <a:solidFill>
                  <a:srgbClr val="4A5467"/>
                </a:solidFill>
                <a:latin typeface="Arial MT"/>
                <a:cs typeface="Arial MT"/>
              </a:rPr>
              <a:t>for </a:t>
            </a:r>
            <a:r>
              <a:rPr sz="1300" dirty="0">
                <a:solidFill>
                  <a:srgbClr val="4A5467"/>
                </a:solidFill>
                <a:latin typeface="Arial MT"/>
                <a:cs typeface="Arial MT"/>
              </a:rPr>
              <a:t>flexible</a:t>
            </a:r>
            <a:r>
              <a:rPr sz="1300" spc="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4A5467"/>
                </a:solidFill>
                <a:latin typeface="Arial MT"/>
                <a:cs typeface="Arial MT"/>
              </a:rPr>
              <a:t>schemas.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86511" y="4907279"/>
            <a:ext cx="11570335" cy="1694814"/>
            <a:chOff x="286511" y="4907279"/>
            <a:chExt cx="11570335" cy="1694814"/>
          </a:xfrm>
        </p:grpSpPr>
        <p:sp>
          <p:nvSpPr>
            <p:cNvPr id="33" name="object 33"/>
            <p:cNvSpPr/>
            <p:nvPr/>
          </p:nvSpPr>
          <p:spPr>
            <a:xfrm>
              <a:off x="286511" y="4907279"/>
              <a:ext cx="11570335" cy="1694814"/>
            </a:xfrm>
            <a:custGeom>
              <a:avLst/>
              <a:gdLst/>
              <a:ahLst/>
              <a:cxnLst/>
              <a:rect l="l" t="t" r="r" b="b"/>
              <a:pathLst>
                <a:path w="11570335" h="1694815">
                  <a:moveTo>
                    <a:pt x="11570207" y="1694687"/>
                  </a:moveTo>
                  <a:lnTo>
                    <a:pt x="0" y="1694687"/>
                  </a:lnTo>
                  <a:lnTo>
                    <a:pt x="0" y="0"/>
                  </a:lnTo>
                  <a:lnTo>
                    <a:pt x="11570207" y="0"/>
                  </a:lnTo>
                  <a:lnTo>
                    <a:pt x="11570207" y="102869"/>
                  </a:lnTo>
                  <a:lnTo>
                    <a:pt x="264032" y="102869"/>
                  </a:lnTo>
                  <a:lnTo>
                    <a:pt x="252960" y="103404"/>
                  </a:lnTo>
                  <a:lnTo>
                    <a:pt x="210996" y="116156"/>
                  </a:lnTo>
                  <a:lnTo>
                    <a:pt x="177106" y="143996"/>
                  </a:lnTo>
                  <a:lnTo>
                    <a:pt x="156450" y="182686"/>
                  </a:lnTo>
                  <a:lnTo>
                    <a:pt x="151637" y="215264"/>
                  </a:lnTo>
                  <a:lnTo>
                    <a:pt x="151637" y="1428749"/>
                  </a:lnTo>
                  <a:lnTo>
                    <a:pt x="160193" y="1471760"/>
                  </a:lnTo>
                  <a:lnTo>
                    <a:pt x="184557" y="1508225"/>
                  </a:lnTo>
                  <a:lnTo>
                    <a:pt x="221021" y="1532588"/>
                  </a:lnTo>
                  <a:lnTo>
                    <a:pt x="264032" y="1541144"/>
                  </a:lnTo>
                  <a:lnTo>
                    <a:pt x="11570207" y="1541144"/>
                  </a:lnTo>
                  <a:lnTo>
                    <a:pt x="11570207" y="1694687"/>
                  </a:lnTo>
                  <a:close/>
                </a:path>
                <a:path w="11570335" h="1694815">
                  <a:moveTo>
                    <a:pt x="11570207" y="1541144"/>
                  </a:moveTo>
                  <a:lnTo>
                    <a:pt x="11354942" y="1541144"/>
                  </a:lnTo>
                  <a:lnTo>
                    <a:pt x="11366014" y="1540609"/>
                  </a:lnTo>
                  <a:lnTo>
                    <a:pt x="11376873" y="1539005"/>
                  </a:lnTo>
                  <a:lnTo>
                    <a:pt x="11417396" y="1522219"/>
                  </a:lnTo>
                  <a:lnTo>
                    <a:pt x="11448411" y="1491204"/>
                  </a:lnTo>
                  <a:lnTo>
                    <a:pt x="11465197" y="1450680"/>
                  </a:lnTo>
                  <a:lnTo>
                    <a:pt x="11467337" y="1428749"/>
                  </a:lnTo>
                  <a:lnTo>
                    <a:pt x="11467337" y="215264"/>
                  </a:lnTo>
                  <a:lnTo>
                    <a:pt x="11458780" y="172252"/>
                  </a:lnTo>
                  <a:lnTo>
                    <a:pt x="11434416" y="135789"/>
                  </a:lnTo>
                  <a:lnTo>
                    <a:pt x="11397953" y="111425"/>
                  </a:lnTo>
                  <a:lnTo>
                    <a:pt x="11354942" y="102869"/>
                  </a:lnTo>
                  <a:lnTo>
                    <a:pt x="11570207" y="102869"/>
                  </a:lnTo>
                  <a:lnTo>
                    <a:pt x="11570207" y="1541144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8624" y="5000625"/>
              <a:ext cx="11334750" cy="1457325"/>
            </a:xfrm>
            <a:custGeom>
              <a:avLst/>
              <a:gdLst/>
              <a:ahLst/>
              <a:cxnLst/>
              <a:rect l="l" t="t" r="r" b="b"/>
              <a:pathLst>
                <a:path w="11334750" h="1457325">
                  <a:moveTo>
                    <a:pt x="11220832" y="1457324"/>
                  </a:moveTo>
                  <a:lnTo>
                    <a:pt x="113914" y="1457324"/>
                  </a:lnTo>
                  <a:lnTo>
                    <a:pt x="105986" y="1456543"/>
                  </a:lnTo>
                  <a:lnTo>
                    <a:pt x="67867" y="1444979"/>
                  </a:lnTo>
                  <a:lnTo>
                    <a:pt x="30048" y="1415954"/>
                  </a:lnTo>
                  <a:lnTo>
                    <a:pt x="6217" y="1374664"/>
                  </a:lnTo>
                  <a:lnTo>
                    <a:pt x="0" y="1343409"/>
                  </a:lnTo>
                  <a:lnTo>
                    <a:pt x="0" y="1335404"/>
                  </a:lnTo>
                  <a:lnTo>
                    <a:pt x="0" y="113913"/>
                  </a:lnTo>
                  <a:lnTo>
                    <a:pt x="12344" y="67866"/>
                  </a:lnTo>
                  <a:lnTo>
                    <a:pt x="41370" y="30047"/>
                  </a:lnTo>
                  <a:lnTo>
                    <a:pt x="82659" y="6216"/>
                  </a:lnTo>
                  <a:lnTo>
                    <a:pt x="113914" y="0"/>
                  </a:lnTo>
                  <a:lnTo>
                    <a:pt x="11220832" y="0"/>
                  </a:lnTo>
                  <a:lnTo>
                    <a:pt x="11266879" y="12342"/>
                  </a:lnTo>
                  <a:lnTo>
                    <a:pt x="11304699" y="41369"/>
                  </a:lnTo>
                  <a:lnTo>
                    <a:pt x="11328530" y="82657"/>
                  </a:lnTo>
                  <a:lnTo>
                    <a:pt x="11334749" y="113913"/>
                  </a:lnTo>
                  <a:lnTo>
                    <a:pt x="11334749" y="1343409"/>
                  </a:lnTo>
                  <a:lnTo>
                    <a:pt x="11322403" y="1389456"/>
                  </a:lnTo>
                  <a:lnTo>
                    <a:pt x="11293378" y="1427275"/>
                  </a:lnTo>
                  <a:lnTo>
                    <a:pt x="11252087" y="1451106"/>
                  </a:lnTo>
                  <a:lnTo>
                    <a:pt x="11228761" y="1456543"/>
                  </a:lnTo>
                  <a:lnTo>
                    <a:pt x="11220832" y="1457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7770" y="5071962"/>
            <a:ext cx="10831195" cy="1029969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Supporting</a:t>
            </a:r>
            <a:r>
              <a:rPr sz="1700" b="1" spc="55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A1A2E"/>
                </a:solidFill>
                <a:latin typeface="Arial"/>
                <a:cs typeface="Arial"/>
              </a:rPr>
              <a:t>Technologies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870"/>
              </a:lnSpc>
              <a:spcBef>
                <a:spcPts val="1090"/>
              </a:spcBef>
            </a:pP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JWT</a:t>
            </a:r>
            <a:r>
              <a:rPr sz="1600" spc="-1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Authentication,</a:t>
            </a:r>
            <a:r>
              <a:rPr sz="1600" spc="-7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bcrypt,</a:t>
            </a:r>
            <a:r>
              <a:rPr sz="1600" spc="-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Multer</a:t>
            </a:r>
            <a:r>
              <a:rPr sz="16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(file</a:t>
            </a:r>
            <a:r>
              <a:rPr sz="16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uploads),</a:t>
            </a:r>
            <a:r>
              <a:rPr sz="16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Nodemailer</a:t>
            </a:r>
            <a:r>
              <a:rPr sz="16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/</a:t>
            </a:r>
            <a:r>
              <a:rPr sz="1600" spc="-6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Twilio,</a:t>
            </a:r>
            <a:r>
              <a:rPr sz="16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Razorpay</a:t>
            </a:r>
            <a:r>
              <a:rPr sz="1600" spc="-3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SDK,</a:t>
            </a:r>
            <a:r>
              <a:rPr sz="16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Chart.js,</a:t>
            </a:r>
            <a:r>
              <a:rPr sz="1600" spc="-6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Tailwind</a:t>
            </a:r>
            <a:r>
              <a:rPr sz="16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CSS</a:t>
            </a:r>
            <a:r>
              <a:rPr sz="16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/</a:t>
            </a:r>
            <a:r>
              <a:rPr sz="1600" spc="-4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Bootstrap,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Git</a:t>
            </a:r>
            <a:r>
              <a:rPr sz="1600" spc="-2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&amp;</a:t>
            </a:r>
            <a:r>
              <a:rPr sz="1600" spc="-1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GitHub.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Conclusion</a:t>
            </a:r>
            <a:r>
              <a:rPr spc="-3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Future</a:t>
            </a:r>
            <a:r>
              <a:rPr spc="-20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95374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23087" y="1350263"/>
            <a:ext cx="11500485" cy="2109470"/>
            <a:chOff x="323087" y="1350263"/>
            <a:chExt cx="11500485" cy="2109470"/>
          </a:xfrm>
        </p:grpSpPr>
        <p:sp>
          <p:nvSpPr>
            <p:cNvPr id="5" name="object 5"/>
            <p:cNvSpPr/>
            <p:nvPr/>
          </p:nvSpPr>
          <p:spPr>
            <a:xfrm>
              <a:off x="323087" y="1350263"/>
              <a:ext cx="11500485" cy="2109470"/>
            </a:xfrm>
            <a:custGeom>
              <a:avLst/>
              <a:gdLst/>
              <a:ahLst/>
              <a:cxnLst/>
              <a:rect l="l" t="t" r="r" b="b"/>
              <a:pathLst>
                <a:path w="11500485" h="2109470">
                  <a:moveTo>
                    <a:pt x="11500103" y="2109215"/>
                  </a:moveTo>
                  <a:lnTo>
                    <a:pt x="0" y="2109215"/>
                  </a:lnTo>
                  <a:lnTo>
                    <a:pt x="0" y="0"/>
                  </a:lnTo>
                  <a:lnTo>
                    <a:pt x="11500103" y="0"/>
                  </a:lnTo>
                  <a:lnTo>
                    <a:pt x="11500103" y="126110"/>
                  </a:lnTo>
                  <a:lnTo>
                    <a:pt x="284606" y="126110"/>
                  </a:lnTo>
                  <a:lnTo>
                    <a:pt x="273534" y="126645"/>
                  </a:lnTo>
                  <a:lnTo>
                    <a:pt x="231570" y="139397"/>
                  </a:lnTo>
                  <a:lnTo>
                    <a:pt x="197680" y="167237"/>
                  </a:lnTo>
                  <a:lnTo>
                    <a:pt x="177024" y="205927"/>
                  </a:lnTo>
                  <a:lnTo>
                    <a:pt x="172211" y="238505"/>
                  </a:lnTo>
                  <a:lnTo>
                    <a:pt x="172211" y="1823465"/>
                  </a:lnTo>
                  <a:lnTo>
                    <a:pt x="180767" y="1866477"/>
                  </a:lnTo>
                  <a:lnTo>
                    <a:pt x="205131" y="1902940"/>
                  </a:lnTo>
                  <a:lnTo>
                    <a:pt x="241595" y="1927304"/>
                  </a:lnTo>
                  <a:lnTo>
                    <a:pt x="284606" y="1935860"/>
                  </a:lnTo>
                  <a:lnTo>
                    <a:pt x="11500103" y="1935860"/>
                  </a:lnTo>
                  <a:lnTo>
                    <a:pt x="11500103" y="2109215"/>
                  </a:lnTo>
                  <a:close/>
                </a:path>
                <a:path w="11500485" h="2109470">
                  <a:moveTo>
                    <a:pt x="11500103" y="1935860"/>
                  </a:moveTo>
                  <a:lnTo>
                    <a:pt x="11261216" y="1935860"/>
                  </a:lnTo>
                  <a:lnTo>
                    <a:pt x="11272288" y="1935325"/>
                  </a:lnTo>
                  <a:lnTo>
                    <a:pt x="11283146" y="1933721"/>
                  </a:lnTo>
                  <a:lnTo>
                    <a:pt x="11323671" y="1916936"/>
                  </a:lnTo>
                  <a:lnTo>
                    <a:pt x="11354686" y="1885920"/>
                  </a:lnTo>
                  <a:lnTo>
                    <a:pt x="11371472" y="1845396"/>
                  </a:lnTo>
                  <a:lnTo>
                    <a:pt x="11373611" y="1823465"/>
                  </a:lnTo>
                  <a:lnTo>
                    <a:pt x="11373611" y="238505"/>
                  </a:lnTo>
                  <a:lnTo>
                    <a:pt x="11365054" y="195494"/>
                  </a:lnTo>
                  <a:lnTo>
                    <a:pt x="11340691" y="159030"/>
                  </a:lnTo>
                  <a:lnTo>
                    <a:pt x="11304227" y="134666"/>
                  </a:lnTo>
                  <a:lnTo>
                    <a:pt x="11261216" y="126110"/>
                  </a:lnTo>
                  <a:lnTo>
                    <a:pt x="11500103" y="126110"/>
                  </a:lnTo>
                  <a:lnTo>
                    <a:pt x="11500103" y="1935860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5774" y="1466850"/>
              <a:ext cx="11220450" cy="1828800"/>
            </a:xfrm>
            <a:custGeom>
              <a:avLst/>
              <a:gdLst/>
              <a:ahLst/>
              <a:cxnLst/>
              <a:rect l="l" t="t" r="r" b="b"/>
              <a:pathLst>
                <a:path w="11220450" h="1828800">
                  <a:moveTo>
                    <a:pt x="11106534" y="1828799"/>
                  </a:moveTo>
                  <a:lnTo>
                    <a:pt x="113914" y="1828799"/>
                  </a:lnTo>
                  <a:lnTo>
                    <a:pt x="105986" y="1828018"/>
                  </a:lnTo>
                  <a:lnTo>
                    <a:pt x="67867" y="1816454"/>
                  </a:lnTo>
                  <a:lnTo>
                    <a:pt x="30048" y="1787429"/>
                  </a:lnTo>
                  <a:lnTo>
                    <a:pt x="6217" y="1746139"/>
                  </a:lnTo>
                  <a:lnTo>
                    <a:pt x="0" y="1714885"/>
                  </a:lnTo>
                  <a:lnTo>
                    <a:pt x="0" y="1706879"/>
                  </a:lnTo>
                  <a:lnTo>
                    <a:pt x="0" y="113914"/>
                  </a:lnTo>
                  <a:lnTo>
                    <a:pt x="12344" y="67866"/>
                  </a:lnTo>
                  <a:lnTo>
                    <a:pt x="41370" y="30048"/>
                  </a:lnTo>
                  <a:lnTo>
                    <a:pt x="82659" y="6216"/>
                  </a:lnTo>
                  <a:lnTo>
                    <a:pt x="113914" y="0"/>
                  </a:lnTo>
                  <a:lnTo>
                    <a:pt x="11106534" y="0"/>
                  </a:lnTo>
                  <a:lnTo>
                    <a:pt x="11152581" y="12344"/>
                  </a:lnTo>
                  <a:lnTo>
                    <a:pt x="11190398" y="41370"/>
                  </a:lnTo>
                  <a:lnTo>
                    <a:pt x="11214230" y="82658"/>
                  </a:lnTo>
                  <a:lnTo>
                    <a:pt x="11220447" y="113914"/>
                  </a:lnTo>
                  <a:lnTo>
                    <a:pt x="11220447" y="1714885"/>
                  </a:lnTo>
                  <a:lnTo>
                    <a:pt x="11208103" y="1760932"/>
                  </a:lnTo>
                  <a:lnTo>
                    <a:pt x="11179078" y="1798750"/>
                  </a:lnTo>
                  <a:lnTo>
                    <a:pt x="11137789" y="1822582"/>
                  </a:lnTo>
                  <a:lnTo>
                    <a:pt x="11114461" y="1828018"/>
                  </a:lnTo>
                  <a:lnTo>
                    <a:pt x="11106534" y="1828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5774" y="1466849"/>
              <a:ext cx="123825" cy="1828800"/>
            </a:xfrm>
            <a:custGeom>
              <a:avLst/>
              <a:gdLst/>
              <a:ahLst/>
              <a:cxnLst/>
              <a:rect l="l" t="t" r="r" b="b"/>
              <a:pathLst>
                <a:path w="123825" h="1828800">
                  <a:moveTo>
                    <a:pt x="123824" y="1828799"/>
                  </a:moveTo>
                  <a:lnTo>
                    <a:pt x="0" y="1828799"/>
                  </a:lnTo>
                  <a:lnTo>
                    <a:pt x="0" y="0"/>
                  </a:lnTo>
                  <a:lnTo>
                    <a:pt x="123824" y="0"/>
                  </a:lnTo>
                  <a:lnTo>
                    <a:pt x="123824" y="182879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40680" y="1578703"/>
            <a:ext cx="10106660" cy="83693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50" b="1" spc="-10" dirty="0">
                <a:solidFill>
                  <a:srgbClr val="C31D3A"/>
                </a:solidFill>
                <a:latin typeface="Arial"/>
                <a:cs typeface="Arial"/>
              </a:rPr>
              <a:t>Conclusion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Junction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provides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one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organized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path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from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discovering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an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opportunity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reserving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a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seat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showing</a:t>
            </a:r>
            <a:r>
              <a:rPr sz="1600" spc="-2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A5467"/>
                </a:solidFill>
                <a:latin typeface="Arial MT"/>
                <a:cs typeface="Arial MT"/>
              </a:rPr>
              <a:t>up</a:t>
            </a:r>
            <a:r>
              <a:rPr sz="1600" spc="-3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A5467"/>
                </a:solidFill>
                <a:latin typeface="Arial MT"/>
                <a:cs typeface="Arial MT"/>
              </a:rPr>
              <a:t>ready.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860" y="3655091"/>
            <a:ext cx="1542415" cy="3105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dirty="0">
                <a:solidFill>
                  <a:srgbClr val="1A1A2E"/>
                </a:solidFill>
                <a:latin typeface="Arial"/>
                <a:cs typeface="Arial"/>
              </a:rPr>
              <a:t>Future</a:t>
            </a:r>
            <a:r>
              <a:rPr sz="1850" b="1" spc="3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1A1A2E"/>
                </a:solidFill>
                <a:latin typeface="Arial"/>
                <a:cs typeface="Arial"/>
              </a:rPr>
              <a:t>Scope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44423" y="3992879"/>
            <a:ext cx="2923540" cy="2493645"/>
            <a:chOff x="344423" y="3992879"/>
            <a:chExt cx="2923540" cy="2493645"/>
          </a:xfrm>
        </p:grpSpPr>
        <p:sp>
          <p:nvSpPr>
            <p:cNvPr id="11" name="object 11"/>
            <p:cNvSpPr/>
            <p:nvPr/>
          </p:nvSpPr>
          <p:spPr>
            <a:xfrm>
              <a:off x="344423" y="3992879"/>
              <a:ext cx="2923540" cy="2493645"/>
            </a:xfrm>
            <a:custGeom>
              <a:avLst/>
              <a:gdLst/>
              <a:ahLst/>
              <a:cxnLst/>
              <a:rect l="l" t="t" r="r" b="b"/>
              <a:pathLst>
                <a:path w="2923540" h="2493645">
                  <a:moveTo>
                    <a:pt x="2923031" y="2493263"/>
                  </a:moveTo>
                  <a:lnTo>
                    <a:pt x="0" y="2493263"/>
                  </a:lnTo>
                  <a:lnTo>
                    <a:pt x="0" y="0"/>
                  </a:lnTo>
                  <a:lnTo>
                    <a:pt x="2923031" y="0"/>
                  </a:lnTo>
                  <a:lnTo>
                    <a:pt x="2923031" y="102869"/>
                  </a:lnTo>
                  <a:lnTo>
                    <a:pt x="263270" y="102869"/>
                  </a:lnTo>
                  <a:lnTo>
                    <a:pt x="252198" y="103404"/>
                  </a:lnTo>
                  <a:lnTo>
                    <a:pt x="210234" y="116156"/>
                  </a:lnTo>
                  <a:lnTo>
                    <a:pt x="176344" y="143996"/>
                  </a:lnTo>
                  <a:lnTo>
                    <a:pt x="155688" y="182686"/>
                  </a:lnTo>
                  <a:lnTo>
                    <a:pt x="150875" y="215264"/>
                  </a:lnTo>
                  <a:lnTo>
                    <a:pt x="150875" y="2228849"/>
                  </a:lnTo>
                  <a:lnTo>
                    <a:pt x="159431" y="2271860"/>
                  </a:lnTo>
                  <a:lnTo>
                    <a:pt x="183795" y="2308325"/>
                  </a:lnTo>
                  <a:lnTo>
                    <a:pt x="220259" y="2332688"/>
                  </a:lnTo>
                  <a:lnTo>
                    <a:pt x="263270" y="2341244"/>
                  </a:lnTo>
                  <a:lnTo>
                    <a:pt x="2923031" y="2341244"/>
                  </a:lnTo>
                  <a:lnTo>
                    <a:pt x="2923031" y="2493263"/>
                  </a:lnTo>
                  <a:close/>
                </a:path>
                <a:path w="2923540" h="2493645">
                  <a:moveTo>
                    <a:pt x="2923031" y="2341244"/>
                  </a:moveTo>
                  <a:lnTo>
                    <a:pt x="2705480" y="2341244"/>
                  </a:lnTo>
                  <a:lnTo>
                    <a:pt x="2716552" y="2340709"/>
                  </a:lnTo>
                  <a:lnTo>
                    <a:pt x="2727411" y="2339105"/>
                  </a:lnTo>
                  <a:lnTo>
                    <a:pt x="2767935" y="2322320"/>
                  </a:lnTo>
                  <a:lnTo>
                    <a:pt x="2798951" y="2291304"/>
                  </a:lnTo>
                  <a:lnTo>
                    <a:pt x="2815736" y="2250780"/>
                  </a:lnTo>
                  <a:lnTo>
                    <a:pt x="2817875" y="2228849"/>
                  </a:lnTo>
                  <a:lnTo>
                    <a:pt x="2817875" y="215264"/>
                  </a:lnTo>
                  <a:lnTo>
                    <a:pt x="2809320" y="172252"/>
                  </a:lnTo>
                  <a:lnTo>
                    <a:pt x="2784955" y="135789"/>
                  </a:lnTo>
                  <a:lnTo>
                    <a:pt x="2748492" y="111425"/>
                  </a:lnTo>
                  <a:lnTo>
                    <a:pt x="2705480" y="102869"/>
                  </a:lnTo>
                  <a:lnTo>
                    <a:pt x="2923031" y="102869"/>
                  </a:lnTo>
                  <a:lnTo>
                    <a:pt x="2923031" y="2341244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5774" y="4086224"/>
              <a:ext cx="2686050" cy="2257425"/>
            </a:xfrm>
            <a:custGeom>
              <a:avLst/>
              <a:gdLst/>
              <a:ahLst/>
              <a:cxnLst/>
              <a:rect l="l" t="t" r="r" b="b"/>
              <a:pathLst>
                <a:path w="2686050" h="2257425">
                  <a:moveTo>
                    <a:pt x="2572134" y="2257424"/>
                  </a:moveTo>
                  <a:lnTo>
                    <a:pt x="113914" y="2257424"/>
                  </a:lnTo>
                  <a:lnTo>
                    <a:pt x="105986" y="2256643"/>
                  </a:lnTo>
                  <a:lnTo>
                    <a:pt x="67867" y="2245080"/>
                  </a:lnTo>
                  <a:lnTo>
                    <a:pt x="30048" y="2216053"/>
                  </a:lnTo>
                  <a:lnTo>
                    <a:pt x="6217" y="2174764"/>
                  </a:lnTo>
                  <a:lnTo>
                    <a:pt x="0" y="2143509"/>
                  </a:lnTo>
                  <a:lnTo>
                    <a:pt x="0" y="2135504"/>
                  </a:lnTo>
                  <a:lnTo>
                    <a:pt x="0" y="113914"/>
                  </a:lnTo>
                  <a:lnTo>
                    <a:pt x="12344" y="67866"/>
                  </a:lnTo>
                  <a:lnTo>
                    <a:pt x="41370" y="30048"/>
                  </a:lnTo>
                  <a:lnTo>
                    <a:pt x="82659" y="6216"/>
                  </a:lnTo>
                  <a:lnTo>
                    <a:pt x="113914" y="0"/>
                  </a:lnTo>
                  <a:lnTo>
                    <a:pt x="2572134" y="0"/>
                  </a:lnTo>
                  <a:lnTo>
                    <a:pt x="2618182" y="12344"/>
                  </a:lnTo>
                  <a:lnTo>
                    <a:pt x="2656000" y="41369"/>
                  </a:lnTo>
                  <a:lnTo>
                    <a:pt x="2679832" y="82658"/>
                  </a:lnTo>
                  <a:lnTo>
                    <a:pt x="2686049" y="113914"/>
                  </a:lnTo>
                  <a:lnTo>
                    <a:pt x="2686049" y="2143509"/>
                  </a:lnTo>
                  <a:lnTo>
                    <a:pt x="2673705" y="2189556"/>
                  </a:lnTo>
                  <a:lnTo>
                    <a:pt x="2644679" y="2227375"/>
                  </a:lnTo>
                  <a:lnTo>
                    <a:pt x="2603390" y="2251206"/>
                  </a:lnTo>
                  <a:lnTo>
                    <a:pt x="2580063" y="2256643"/>
                  </a:lnTo>
                  <a:lnTo>
                    <a:pt x="2572134" y="225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5774" y="4086224"/>
              <a:ext cx="2686050" cy="95250"/>
            </a:xfrm>
            <a:custGeom>
              <a:avLst/>
              <a:gdLst/>
              <a:ahLst/>
              <a:cxnLst/>
              <a:rect l="l" t="t" r="r" b="b"/>
              <a:pathLst>
                <a:path w="2686050" h="95250">
                  <a:moveTo>
                    <a:pt x="2686049" y="95249"/>
                  </a:moveTo>
                  <a:lnTo>
                    <a:pt x="0" y="95249"/>
                  </a:lnTo>
                  <a:lnTo>
                    <a:pt x="0" y="0"/>
                  </a:lnTo>
                  <a:lnTo>
                    <a:pt x="2686049" y="0"/>
                  </a:lnTo>
                  <a:lnTo>
                    <a:pt x="2686049" y="9524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8869" y="4473003"/>
            <a:ext cx="237998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dirty="0">
                <a:solidFill>
                  <a:srgbClr val="1A1A2E"/>
                </a:solidFill>
                <a:latin typeface="Arial"/>
                <a:cs typeface="Arial"/>
              </a:rPr>
              <a:t>Organizer</a:t>
            </a:r>
            <a:r>
              <a:rPr sz="1700" b="1" spc="40" dirty="0">
                <a:solidFill>
                  <a:srgbClr val="1A1A2E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1A1A2E"/>
                </a:solidFill>
                <a:latin typeface="Arial"/>
                <a:cs typeface="Arial"/>
              </a:rPr>
              <a:t>Dashboards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1469" y="5106034"/>
            <a:ext cx="2214880" cy="697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1299"/>
              </a:lnSpc>
              <a:spcBef>
                <a:spcPts val="95"/>
              </a:spcBef>
            </a:pP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Give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organizers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tools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4A5467"/>
                </a:solidFill>
                <a:latin typeface="Arial MT"/>
                <a:cs typeface="Arial MT"/>
              </a:rPr>
              <a:t>to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manage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events,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speakers, availability,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and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bookings.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209543" y="3992879"/>
            <a:ext cx="2923540" cy="2493645"/>
            <a:chOff x="3209543" y="3992879"/>
            <a:chExt cx="2923540" cy="2493645"/>
          </a:xfrm>
        </p:grpSpPr>
        <p:sp>
          <p:nvSpPr>
            <p:cNvPr id="17" name="object 17"/>
            <p:cNvSpPr/>
            <p:nvPr/>
          </p:nvSpPr>
          <p:spPr>
            <a:xfrm>
              <a:off x="3209543" y="3992879"/>
              <a:ext cx="2923540" cy="2493645"/>
            </a:xfrm>
            <a:custGeom>
              <a:avLst/>
              <a:gdLst/>
              <a:ahLst/>
              <a:cxnLst/>
              <a:rect l="l" t="t" r="r" b="b"/>
              <a:pathLst>
                <a:path w="2923540" h="2493645">
                  <a:moveTo>
                    <a:pt x="2923031" y="2493263"/>
                  </a:moveTo>
                  <a:lnTo>
                    <a:pt x="0" y="2493263"/>
                  </a:lnTo>
                  <a:lnTo>
                    <a:pt x="0" y="0"/>
                  </a:lnTo>
                  <a:lnTo>
                    <a:pt x="2923031" y="0"/>
                  </a:lnTo>
                  <a:lnTo>
                    <a:pt x="2923031" y="102869"/>
                  </a:lnTo>
                  <a:lnTo>
                    <a:pt x="265175" y="102869"/>
                  </a:lnTo>
                  <a:lnTo>
                    <a:pt x="254103" y="103404"/>
                  </a:lnTo>
                  <a:lnTo>
                    <a:pt x="212139" y="116156"/>
                  </a:lnTo>
                  <a:lnTo>
                    <a:pt x="178249" y="143996"/>
                  </a:lnTo>
                  <a:lnTo>
                    <a:pt x="157593" y="182686"/>
                  </a:lnTo>
                  <a:lnTo>
                    <a:pt x="152780" y="215264"/>
                  </a:lnTo>
                  <a:lnTo>
                    <a:pt x="152780" y="2228849"/>
                  </a:lnTo>
                  <a:lnTo>
                    <a:pt x="161335" y="2271860"/>
                  </a:lnTo>
                  <a:lnTo>
                    <a:pt x="185700" y="2308325"/>
                  </a:lnTo>
                  <a:lnTo>
                    <a:pt x="222163" y="2332688"/>
                  </a:lnTo>
                  <a:lnTo>
                    <a:pt x="265175" y="2341244"/>
                  </a:lnTo>
                  <a:lnTo>
                    <a:pt x="2923031" y="2341244"/>
                  </a:lnTo>
                  <a:lnTo>
                    <a:pt x="2923031" y="2493263"/>
                  </a:lnTo>
                  <a:close/>
                </a:path>
                <a:path w="2923540" h="2493645">
                  <a:moveTo>
                    <a:pt x="2923031" y="2341244"/>
                  </a:moveTo>
                  <a:lnTo>
                    <a:pt x="2707385" y="2341244"/>
                  </a:lnTo>
                  <a:lnTo>
                    <a:pt x="2718457" y="2340709"/>
                  </a:lnTo>
                  <a:lnTo>
                    <a:pt x="2729316" y="2339105"/>
                  </a:lnTo>
                  <a:lnTo>
                    <a:pt x="2769840" y="2322320"/>
                  </a:lnTo>
                  <a:lnTo>
                    <a:pt x="2800855" y="2291304"/>
                  </a:lnTo>
                  <a:lnTo>
                    <a:pt x="2817641" y="2250780"/>
                  </a:lnTo>
                  <a:lnTo>
                    <a:pt x="2819780" y="2228849"/>
                  </a:lnTo>
                  <a:lnTo>
                    <a:pt x="2819780" y="215264"/>
                  </a:lnTo>
                  <a:lnTo>
                    <a:pt x="2811224" y="172252"/>
                  </a:lnTo>
                  <a:lnTo>
                    <a:pt x="2786860" y="135789"/>
                  </a:lnTo>
                  <a:lnTo>
                    <a:pt x="2750397" y="111425"/>
                  </a:lnTo>
                  <a:lnTo>
                    <a:pt x="2707385" y="102869"/>
                  </a:lnTo>
                  <a:lnTo>
                    <a:pt x="2923031" y="102869"/>
                  </a:lnTo>
                  <a:lnTo>
                    <a:pt x="2923031" y="2341244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52799" y="4086224"/>
              <a:ext cx="2686050" cy="2257425"/>
            </a:xfrm>
            <a:custGeom>
              <a:avLst/>
              <a:gdLst/>
              <a:ahLst/>
              <a:cxnLst/>
              <a:rect l="l" t="t" r="r" b="b"/>
              <a:pathLst>
                <a:path w="2686050" h="2257425">
                  <a:moveTo>
                    <a:pt x="2572134" y="2257424"/>
                  </a:moveTo>
                  <a:lnTo>
                    <a:pt x="113914" y="2257424"/>
                  </a:lnTo>
                  <a:lnTo>
                    <a:pt x="105986" y="2256643"/>
                  </a:lnTo>
                  <a:lnTo>
                    <a:pt x="67866" y="2245080"/>
                  </a:lnTo>
                  <a:lnTo>
                    <a:pt x="30048" y="2216053"/>
                  </a:lnTo>
                  <a:lnTo>
                    <a:pt x="6217" y="2174764"/>
                  </a:lnTo>
                  <a:lnTo>
                    <a:pt x="0" y="2143509"/>
                  </a:lnTo>
                  <a:lnTo>
                    <a:pt x="0" y="2135504"/>
                  </a:lnTo>
                  <a:lnTo>
                    <a:pt x="0" y="113914"/>
                  </a:lnTo>
                  <a:lnTo>
                    <a:pt x="12344" y="67866"/>
                  </a:lnTo>
                  <a:lnTo>
                    <a:pt x="41369" y="30048"/>
                  </a:lnTo>
                  <a:lnTo>
                    <a:pt x="82658" y="6216"/>
                  </a:lnTo>
                  <a:lnTo>
                    <a:pt x="113914" y="0"/>
                  </a:lnTo>
                  <a:lnTo>
                    <a:pt x="2572134" y="0"/>
                  </a:lnTo>
                  <a:lnTo>
                    <a:pt x="2618182" y="12344"/>
                  </a:lnTo>
                  <a:lnTo>
                    <a:pt x="2656000" y="41369"/>
                  </a:lnTo>
                  <a:lnTo>
                    <a:pt x="2679831" y="82658"/>
                  </a:lnTo>
                  <a:lnTo>
                    <a:pt x="2686049" y="113914"/>
                  </a:lnTo>
                  <a:lnTo>
                    <a:pt x="2686049" y="2143509"/>
                  </a:lnTo>
                  <a:lnTo>
                    <a:pt x="2673704" y="2189556"/>
                  </a:lnTo>
                  <a:lnTo>
                    <a:pt x="2644679" y="2227375"/>
                  </a:lnTo>
                  <a:lnTo>
                    <a:pt x="2603390" y="2251206"/>
                  </a:lnTo>
                  <a:lnTo>
                    <a:pt x="2580063" y="2256643"/>
                  </a:lnTo>
                  <a:lnTo>
                    <a:pt x="2572134" y="225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52799" y="4086224"/>
              <a:ext cx="2686050" cy="95250"/>
            </a:xfrm>
            <a:custGeom>
              <a:avLst/>
              <a:gdLst/>
              <a:ahLst/>
              <a:cxnLst/>
              <a:rect l="l" t="t" r="r" b="b"/>
              <a:pathLst>
                <a:path w="2686050" h="95250">
                  <a:moveTo>
                    <a:pt x="2686049" y="95249"/>
                  </a:moveTo>
                  <a:lnTo>
                    <a:pt x="0" y="95249"/>
                  </a:lnTo>
                  <a:lnTo>
                    <a:pt x="0" y="0"/>
                  </a:lnTo>
                  <a:lnTo>
                    <a:pt x="2686049" y="0"/>
                  </a:lnTo>
                  <a:lnTo>
                    <a:pt x="2686049" y="9524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162524" y="4473003"/>
            <a:ext cx="106299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10" dirty="0">
                <a:solidFill>
                  <a:srgbClr val="1A1A2E"/>
                </a:solidFill>
                <a:latin typeface="Arial"/>
                <a:cs typeface="Arial"/>
              </a:rPr>
              <a:t>Payments</a:t>
            </a:r>
            <a:endParaRPr sz="17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64396" y="5106034"/>
            <a:ext cx="2059305" cy="697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299"/>
              </a:lnSpc>
              <a:spcBef>
                <a:spcPts val="95"/>
              </a:spcBef>
            </a:pP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Support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secure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payment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steps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for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eligible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20" dirty="0">
                <a:solidFill>
                  <a:srgbClr val="4A5467"/>
                </a:solidFill>
                <a:latin typeface="Arial MT"/>
                <a:cs typeface="Arial MT"/>
              </a:rPr>
              <a:t>event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bookings.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77711" y="3992879"/>
            <a:ext cx="2914015" cy="2493645"/>
            <a:chOff x="6077711" y="3992879"/>
            <a:chExt cx="2914015" cy="2493645"/>
          </a:xfrm>
        </p:grpSpPr>
        <p:sp>
          <p:nvSpPr>
            <p:cNvPr id="23" name="object 23"/>
            <p:cNvSpPr/>
            <p:nvPr/>
          </p:nvSpPr>
          <p:spPr>
            <a:xfrm>
              <a:off x="6077711" y="3992879"/>
              <a:ext cx="2914015" cy="2493645"/>
            </a:xfrm>
            <a:custGeom>
              <a:avLst/>
              <a:gdLst/>
              <a:ahLst/>
              <a:cxnLst/>
              <a:rect l="l" t="t" r="r" b="b"/>
              <a:pathLst>
                <a:path w="2914015" h="2493645">
                  <a:moveTo>
                    <a:pt x="2913887" y="2493263"/>
                  </a:moveTo>
                  <a:lnTo>
                    <a:pt x="0" y="2493263"/>
                  </a:lnTo>
                  <a:lnTo>
                    <a:pt x="0" y="0"/>
                  </a:lnTo>
                  <a:lnTo>
                    <a:pt x="2913887" y="0"/>
                  </a:lnTo>
                  <a:lnTo>
                    <a:pt x="2913887" y="102869"/>
                  </a:lnTo>
                  <a:lnTo>
                    <a:pt x="264032" y="102869"/>
                  </a:lnTo>
                  <a:lnTo>
                    <a:pt x="252960" y="103404"/>
                  </a:lnTo>
                  <a:lnTo>
                    <a:pt x="210995" y="116156"/>
                  </a:lnTo>
                  <a:lnTo>
                    <a:pt x="177106" y="143996"/>
                  </a:lnTo>
                  <a:lnTo>
                    <a:pt x="156449" y="182686"/>
                  </a:lnTo>
                  <a:lnTo>
                    <a:pt x="151637" y="215264"/>
                  </a:lnTo>
                  <a:lnTo>
                    <a:pt x="151637" y="2228849"/>
                  </a:lnTo>
                  <a:lnTo>
                    <a:pt x="160192" y="2271860"/>
                  </a:lnTo>
                  <a:lnTo>
                    <a:pt x="184557" y="2308325"/>
                  </a:lnTo>
                  <a:lnTo>
                    <a:pt x="221020" y="2332688"/>
                  </a:lnTo>
                  <a:lnTo>
                    <a:pt x="264032" y="2341244"/>
                  </a:lnTo>
                  <a:lnTo>
                    <a:pt x="2913887" y="2341244"/>
                  </a:lnTo>
                  <a:lnTo>
                    <a:pt x="2913887" y="2493263"/>
                  </a:lnTo>
                  <a:close/>
                </a:path>
                <a:path w="2914015" h="2493645">
                  <a:moveTo>
                    <a:pt x="2913887" y="2341244"/>
                  </a:moveTo>
                  <a:lnTo>
                    <a:pt x="2696717" y="2341244"/>
                  </a:lnTo>
                  <a:lnTo>
                    <a:pt x="2707789" y="2340709"/>
                  </a:lnTo>
                  <a:lnTo>
                    <a:pt x="2718648" y="2339105"/>
                  </a:lnTo>
                  <a:lnTo>
                    <a:pt x="2759171" y="2322320"/>
                  </a:lnTo>
                  <a:lnTo>
                    <a:pt x="2790187" y="2291304"/>
                  </a:lnTo>
                  <a:lnTo>
                    <a:pt x="2806973" y="2250780"/>
                  </a:lnTo>
                  <a:lnTo>
                    <a:pt x="2809112" y="2228849"/>
                  </a:lnTo>
                  <a:lnTo>
                    <a:pt x="2809112" y="215264"/>
                  </a:lnTo>
                  <a:lnTo>
                    <a:pt x="2800555" y="172252"/>
                  </a:lnTo>
                  <a:lnTo>
                    <a:pt x="2776192" y="135789"/>
                  </a:lnTo>
                  <a:lnTo>
                    <a:pt x="2739728" y="111425"/>
                  </a:lnTo>
                  <a:lnTo>
                    <a:pt x="2696717" y="102869"/>
                  </a:lnTo>
                  <a:lnTo>
                    <a:pt x="2913887" y="102869"/>
                  </a:lnTo>
                  <a:lnTo>
                    <a:pt x="2913887" y="2341244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19824" y="4086224"/>
              <a:ext cx="2676525" cy="2257425"/>
            </a:xfrm>
            <a:custGeom>
              <a:avLst/>
              <a:gdLst/>
              <a:ahLst/>
              <a:cxnLst/>
              <a:rect l="l" t="t" r="r" b="b"/>
              <a:pathLst>
                <a:path w="2676525" h="2257425">
                  <a:moveTo>
                    <a:pt x="2562610" y="2257424"/>
                  </a:moveTo>
                  <a:lnTo>
                    <a:pt x="113914" y="2257424"/>
                  </a:lnTo>
                  <a:lnTo>
                    <a:pt x="105986" y="2256643"/>
                  </a:lnTo>
                  <a:lnTo>
                    <a:pt x="67867" y="2245080"/>
                  </a:lnTo>
                  <a:lnTo>
                    <a:pt x="30048" y="2216053"/>
                  </a:lnTo>
                  <a:lnTo>
                    <a:pt x="6217" y="2174764"/>
                  </a:lnTo>
                  <a:lnTo>
                    <a:pt x="0" y="2143509"/>
                  </a:lnTo>
                  <a:lnTo>
                    <a:pt x="0" y="2135504"/>
                  </a:lnTo>
                  <a:lnTo>
                    <a:pt x="0" y="113914"/>
                  </a:lnTo>
                  <a:lnTo>
                    <a:pt x="12343" y="67866"/>
                  </a:lnTo>
                  <a:lnTo>
                    <a:pt x="41370" y="30048"/>
                  </a:lnTo>
                  <a:lnTo>
                    <a:pt x="82658" y="6216"/>
                  </a:lnTo>
                  <a:lnTo>
                    <a:pt x="113914" y="0"/>
                  </a:lnTo>
                  <a:lnTo>
                    <a:pt x="2562610" y="0"/>
                  </a:lnTo>
                  <a:lnTo>
                    <a:pt x="2608656" y="12344"/>
                  </a:lnTo>
                  <a:lnTo>
                    <a:pt x="2646475" y="41369"/>
                  </a:lnTo>
                  <a:lnTo>
                    <a:pt x="2670307" y="82658"/>
                  </a:lnTo>
                  <a:lnTo>
                    <a:pt x="2676524" y="113914"/>
                  </a:lnTo>
                  <a:lnTo>
                    <a:pt x="2676524" y="2143509"/>
                  </a:lnTo>
                  <a:lnTo>
                    <a:pt x="2664180" y="2189556"/>
                  </a:lnTo>
                  <a:lnTo>
                    <a:pt x="2635154" y="2227375"/>
                  </a:lnTo>
                  <a:lnTo>
                    <a:pt x="2593865" y="2251206"/>
                  </a:lnTo>
                  <a:lnTo>
                    <a:pt x="2570538" y="2256643"/>
                  </a:lnTo>
                  <a:lnTo>
                    <a:pt x="2562610" y="225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19824" y="4086224"/>
              <a:ext cx="2676525" cy="95250"/>
            </a:xfrm>
            <a:custGeom>
              <a:avLst/>
              <a:gdLst/>
              <a:ahLst/>
              <a:cxnLst/>
              <a:rect l="l" t="t" r="r" b="b"/>
              <a:pathLst>
                <a:path w="2676525" h="95250">
                  <a:moveTo>
                    <a:pt x="2676524" y="95249"/>
                  </a:moveTo>
                  <a:lnTo>
                    <a:pt x="0" y="95249"/>
                  </a:lnTo>
                  <a:lnTo>
                    <a:pt x="0" y="0"/>
                  </a:lnTo>
                  <a:lnTo>
                    <a:pt x="2676524" y="0"/>
                  </a:lnTo>
                  <a:lnTo>
                    <a:pt x="2676524" y="9524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978947" y="4473003"/>
            <a:ext cx="1160145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b="1" spc="-10" dirty="0">
                <a:solidFill>
                  <a:srgbClr val="1A1A2E"/>
                </a:solidFill>
                <a:latin typeface="Arial"/>
                <a:cs typeface="Arial"/>
              </a:rPr>
              <a:t>Reminders</a:t>
            </a:r>
            <a:endParaRPr sz="1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63691" y="5106034"/>
            <a:ext cx="2390775" cy="697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1299"/>
              </a:lnSpc>
              <a:spcBef>
                <a:spcPts val="95"/>
              </a:spcBef>
            </a:pP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Add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reminders,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reviews,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4A5467"/>
                </a:solidFill>
                <a:latin typeface="Arial MT"/>
                <a:cs typeface="Arial MT"/>
              </a:rPr>
              <a:t>and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analytics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to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strengthen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4A5467"/>
                </a:solidFill>
                <a:latin typeface="Arial MT"/>
                <a:cs typeface="Arial MT"/>
              </a:rPr>
              <a:t>the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event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experience.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942831" y="3992879"/>
            <a:ext cx="2914015" cy="2493645"/>
            <a:chOff x="8942831" y="3992879"/>
            <a:chExt cx="2914015" cy="2493645"/>
          </a:xfrm>
        </p:grpSpPr>
        <p:sp>
          <p:nvSpPr>
            <p:cNvPr id="29" name="object 29"/>
            <p:cNvSpPr/>
            <p:nvPr/>
          </p:nvSpPr>
          <p:spPr>
            <a:xfrm>
              <a:off x="8942831" y="3992879"/>
              <a:ext cx="2914015" cy="2493645"/>
            </a:xfrm>
            <a:custGeom>
              <a:avLst/>
              <a:gdLst/>
              <a:ahLst/>
              <a:cxnLst/>
              <a:rect l="l" t="t" r="r" b="b"/>
              <a:pathLst>
                <a:path w="2914015" h="2493645">
                  <a:moveTo>
                    <a:pt x="2913887" y="2493263"/>
                  </a:moveTo>
                  <a:lnTo>
                    <a:pt x="0" y="2493263"/>
                  </a:lnTo>
                  <a:lnTo>
                    <a:pt x="0" y="0"/>
                  </a:lnTo>
                  <a:lnTo>
                    <a:pt x="2913887" y="0"/>
                  </a:lnTo>
                  <a:lnTo>
                    <a:pt x="2913887" y="102869"/>
                  </a:lnTo>
                  <a:lnTo>
                    <a:pt x="265937" y="102869"/>
                  </a:lnTo>
                  <a:lnTo>
                    <a:pt x="254865" y="103404"/>
                  </a:lnTo>
                  <a:lnTo>
                    <a:pt x="212899" y="116156"/>
                  </a:lnTo>
                  <a:lnTo>
                    <a:pt x="179010" y="143996"/>
                  </a:lnTo>
                  <a:lnTo>
                    <a:pt x="158354" y="182686"/>
                  </a:lnTo>
                  <a:lnTo>
                    <a:pt x="153542" y="215264"/>
                  </a:lnTo>
                  <a:lnTo>
                    <a:pt x="153542" y="2228849"/>
                  </a:lnTo>
                  <a:lnTo>
                    <a:pt x="162097" y="2271860"/>
                  </a:lnTo>
                  <a:lnTo>
                    <a:pt x="186461" y="2308325"/>
                  </a:lnTo>
                  <a:lnTo>
                    <a:pt x="222925" y="2332688"/>
                  </a:lnTo>
                  <a:lnTo>
                    <a:pt x="265937" y="2341244"/>
                  </a:lnTo>
                  <a:lnTo>
                    <a:pt x="2913887" y="2341244"/>
                  </a:lnTo>
                  <a:lnTo>
                    <a:pt x="2913887" y="2493263"/>
                  </a:lnTo>
                  <a:close/>
                </a:path>
                <a:path w="2914015" h="2493645">
                  <a:moveTo>
                    <a:pt x="2913887" y="2341244"/>
                  </a:moveTo>
                  <a:lnTo>
                    <a:pt x="2698622" y="2341244"/>
                  </a:lnTo>
                  <a:lnTo>
                    <a:pt x="2709694" y="2340709"/>
                  </a:lnTo>
                  <a:lnTo>
                    <a:pt x="2720553" y="2339105"/>
                  </a:lnTo>
                  <a:lnTo>
                    <a:pt x="2761076" y="2322320"/>
                  </a:lnTo>
                  <a:lnTo>
                    <a:pt x="2792091" y="2291304"/>
                  </a:lnTo>
                  <a:lnTo>
                    <a:pt x="2808877" y="2250780"/>
                  </a:lnTo>
                  <a:lnTo>
                    <a:pt x="2811017" y="2228849"/>
                  </a:lnTo>
                  <a:lnTo>
                    <a:pt x="2811017" y="215264"/>
                  </a:lnTo>
                  <a:lnTo>
                    <a:pt x="2802460" y="172252"/>
                  </a:lnTo>
                  <a:lnTo>
                    <a:pt x="2778097" y="135789"/>
                  </a:lnTo>
                  <a:lnTo>
                    <a:pt x="2741633" y="111425"/>
                  </a:lnTo>
                  <a:lnTo>
                    <a:pt x="2698622" y="102869"/>
                  </a:lnTo>
                  <a:lnTo>
                    <a:pt x="2913887" y="102869"/>
                  </a:lnTo>
                  <a:lnTo>
                    <a:pt x="2913887" y="2341244"/>
                  </a:lnTo>
                  <a:close/>
                </a:path>
              </a:pathLst>
            </a:custGeom>
            <a:solidFill>
              <a:srgbClr val="0000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086849" y="4086224"/>
              <a:ext cx="2676525" cy="2257425"/>
            </a:xfrm>
            <a:custGeom>
              <a:avLst/>
              <a:gdLst/>
              <a:ahLst/>
              <a:cxnLst/>
              <a:rect l="l" t="t" r="r" b="b"/>
              <a:pathLst>
                <a:path w="2676525" h="2257425">
                  <a:moveTo>
                    <a:pt x="2562608" y="2257424"/>
                  </a:moveTo>
                  <a:lnTo>
                    <a:pt x="113913" y="2257424"/>
                  </a:lnTo>
                  <a:lnTo>
                    <a:pt x="105985" y="2256643"/>
                  </a:lnTo>
                  <a:lnTo>
                    <a:pt x="67866" y="2245080"/>
                  </a:lnTo>
                  <a:lnTo>
                    <a:pt x="30048" y="2216053"/>
                  </a:lnTo>
                  <a:lnTo>
                    <a:pt x="6215" y="2174764"/>
                  </a:lnTo>
                  <a:lnTo>
                    <a:pt x="0" y="2143509"/>
                  </a:lnTo>
                  <a:lnTo>
                    <a:pt x="0" y="2135504"/>
                  </a:lnTo>
                  <a:lnTo>
                    <a:pt x="0" y="113914"/>
                  </a:lnTo>
                  <a:lnTo>
                    <a:pt x="12342" y="67866"/>
                  </a:lnTo>
                  <a:lnTo>
                    <a:pt x="41369" y="30048"/>
                  </a:lnTo>
                  <a:lnTo>
                    <a:pt x="82658" y="6216"/>
                  </a:lnTo>
                  <a:lnTo>
                    <a:pt x="113913" y="0"/>
                  </a:lnTo>
                  <a:lnTo>
                    <a:pt x="2562608" y="0"/>
                  </a:lnTo>
                  <a:lnTo>
                    <a:pt x="2608655" y="12344"/>
                  </a:lnTo>
                  <a:lnTo>
                    <a:pt x="2646475" y="41369"/>
                  </a:lnTo>
                  <a:lnTo>
                    <a:pt x="2670306" y="82658"/>
                  </a:lnTo>
                  <a:lnTo>
                    <a:pt x="2676524" y="113914"/>
                  </a:lnTo>
                  <a:lnTo>
                    <a:pt x="2676524" y="2143509"/>
                  </a:lnTo>
                  <a:lnTo>
                    <a:pt x="2664179" y="2189556"/>
                  </a:lnTo>
                  <a:lnTo>
                    <a:pt x="2635154" y="2227375"/>
                  </a:lnTo>
                  <a:lnTo>
                    <a:pt x="2593863" y="2251206"/>
                  </a:lnTo>
                  <a:lnTo>
                    <a:pt x="2570537" y="2256643"/>
                  </a:lnTo>
                  <a:lnTo>
                    <a:pt x="2562608" y="2257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086849" y="4086224"/>
              <a:ext cx="2676525" cy="95250"/>
            </a:xfrm>
            <a:custGeom>
              <a:avLst/>
              <a:gdLst/>
              <a:ahLst/>
              <a:cxnLst/>
              <a:rect l="l" t="t" r="r" b="b"/>
              <a:pathLst>
                <a:path w="2676525" h="95250">
                  <a:moveTo>
                    <a:pt x="2676524" y="95249"/>
                  </a:moveTo>
                  <a:lnTo>
                    <a:pt x="0" y="95249"/>
                  </a:lnTo>
                  <a:lnTo>
                    <a:pt x="0" y="0"/>
                  </a:lnTo>
                  <a:lnTo>
                    <a:pt x="2676524" y="0"/>
                  </a:lnTo>
                  <a:lnTo>
                    <a:pt x="2676524" y="95249"/>
                  </a:lnTo>
                  <a:close/>
                </a:path>
              </a:pathLst>
            </a:custGeom>
            <a:solidFill>
              <a:srgbClr val="C31D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327306" y="4336529"/>
            <a:ext cx="2193925" cy="1914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0" marR="106680" indent="-635" algn="ctr">
              <a:lnSpc>
                <a:spcPct val="154400"/>
              </a:lnSpc>
              <a:spcBef>
                <a:spcPts val="95"/>
              </a:spcBef>
            </a:pPr>
            <a:r>
              <a:rPr sz="1700" b="1" spc="-10" dirty="0">
                <a:solidFill>
                  <a:srgbClr val="1A1A2E"/>
                </a:solidFill>
                <a:latin typeface="Arial"/>
                <a:cs typeface="Arial"/>
              </a:rPr>
              <a:t>Personalized Recommendations</a:t>
            </a:r>
            <a:endParaRPr sz="1700">
              <a:latin typeface="Arial"/>
              <a:cs typeface="Arial"/>
            </a:endParaRPr>
          </a:p>
          <a:p>
            <a:pPr algn="ctr">
              <a:lnSpc>
                <a:spcPts val="1515"/>
              </a:lnSpc>
            </a:pP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Personalize</a:t>
            </a:r>
            <a:endParaRPr sz="1450">
              <a:latin typeface="Arial MT"/>
              <a:cs typeface="Arial MT"/>
            </a:endParaRPr>
          </a:p>
          <a:p>
            <a:pPr algn="ctr">
              <a:lnSpc>
                <a:spcPts val="1735"/>
              </a:lnSpc>
            </a:pP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recommendations</a:t>
            </a:r>
            <a:r>
              <a:rPr sz="1450" spc="-4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25" dirty="0">
                <a:solidFill>
                  <a:srgbClr val="4A5467"/>
                </a:solidFill>
                <a:latin typeface="Arial MT"/>
                <a:cs typeface="Arial MT"/>
              </a:rPr>
              <a:t>and</a:t>
            </a:r>
            <a:endParaRPr sz="1450">
              <a:latin typeface="Arial MT"/>
              <a:cs typeface="Arial MT"/>
            </a:endParaRPr>
          </a:p>
          <a:p>
            <a:pPr marL="12700" marR="5080" algn="ctr">
              <a:lnSpc>
                <a:spcPct val="101299"/>
              </a:lnSpc>
              <a:spcBef>
                <a:spcPts val="35"/>
              </a:spcBef>
            </a:pP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expand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across</a:t>
            </a:r>
            <a:r>
              <a:rPr sz="1450" spc="-5" dirty="0">
                <a:solidFill>
                  <a:srgbClr val="4A5467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campuses, </a:t>
            </a:r>
            <a:r>
              <a:rPr sz="1450" dirty="0">
                <a:solidFill>
                  <a:srgbClr val="4A5467"/>
                </a:solidFill>
                <a:latin typeface="Arial MT"/>
                <a:cs typeface="Arial MT"/>
              </a:rPr>
              <a:t>cities, and </a:t>
            </a:r>
            <a:r>
              <a:rPr sz="1450" spc="-10" dirty="0">
                <a:solidFill>
                  <a:srgbClr val="4A5467"/>
                </a:solidFill>
                <a:latin typeface="Arial MT"/>
                <a:cs typeface="Arial MT"/>
              </a:rPr>
              <a:t>professional communities.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A1A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142875"/>
          </a:xfrm>
          <a:custGeom>
            <a:avLst/>
            <a:gdLst/>
            <a:ahLst/>
            <a:cxnLst/>
            <a:rect l="l" t="t" r="r" b="b"/>
            <a:pathLst>
              <a:path w="12192000" h="142875">
                <a:moveTo>
                  <a:pt x="12191999" y="142874"/>
                </a:moveTo>
                <a:lnTo>
                  <a:pt x="0" y="1428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42874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4850" y="1219200"/>
            <a:ext cx="3162299" cy="23526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85022" y="3552717"/>
            <a:ext cx="3422015" cy="1626870"/>
          </a:xfrm>
          <a:prstGeom prst="rect">
            <a:avLst/>
          </a:prstGeom>
        </p:spPr>
        <p:txBody>
          <a:bodyPr vert="horz" wrap="square" lIns="0" tIns="307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25"/>
              </a:spcBef>
            </a:pPr>
            <a:r>
              <a:rPr sz="5300" b="1" dirty="0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sz="53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300" b="1" spc="-75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5300">
              <a:latin typeface="Arial"/>
              <a:cs typeface="Arial"/>
            </a:endParaRPr>
          </a:p>
          <a:p>
            <a:pPr marL="100965">
              <a:lnSpc>
                <a:spcPct val="100000"/>
              </a:lnSpc>
              <a:spcBef>
                <a:spcPts val="1040"/>
              </a:spcBef>
            </a:pPr>
            <a:r>
              <a:rPr sz="2400" dirty="0">
                <a:solidFill>
                  <a:srgbClr val="A0AEBF"/>
                </a:solidFill>
                <a:latin typeface="Arial MT"/>
                <a:cs typeface="Arial MT"/>
              </a:rPr>
              <a:t>Questions</a:t>
            </a:r>
            <a:r>
              <a:rPr sz="2400" spc="-55" dirty="0">
                <a:solidFill>
                  <a:srgbClr val="A0AEB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A0AEBF"/>
                </a:solidFill>
                <a:latin typeface="Arial MT"/>
                <a:cs typeface="Arial MT"/>
              </a:rPr>
              <a:t>&amp;</a:t>
            </a:r>
            <a:r>
              <a:rPr sz="2400" spc="-55" dirty="0">
                <a:solidFill>
                  <a:srgbClr val="A0AEB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A0AEBF"/>
                </a:solidFill>
                <a:latin typeface="Arial MT"/>
                <a:cs typeface="Arial MT"/>
              </a:rPr>
              <a:t>Discussion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6581774"/>
            <a:ext cx="12192000" cy="276225"/>
          </a:xfrm>
          <a:custGeom>
            <a:avLst/>
            <a:gdLst/>
            <a:ahLst/>
            <a:cxnLst/>
            <a:rect l="l" t="t" r="r" b="b"/>
            <a:pathLst>
              <a:path w="12192000" h="276225">
                <a:moveTo>
                  <a:pt x="12191999" y="276224"/>
                </a:moveTo>
                <a:lnTo>
                  <a:pt x="0" y="2762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76224"/>
                </a:lnTo>
                <a:close/>
              </a:path>
            </a:pathLst>
          </a:custGeom>
          <a:solidFill>
            <a:srgbClr val="C31D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34295" y="6239509"/>
            <a:ext cx="5523865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KL</a:t>
            </a:r>
            <a:r>
              <a:rPr sz="1450" spc="-5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University</a:t>
            </a:r>
            <a:r>
              <a:rPr sz="1450" spc="409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|</a:t>
            </a:r>
            <a:r>
              <a:rPr sz="1450" spc="409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Junction</a:t>
            </a:r>
            <a:r>
              <a:rPr sz="1450" spc="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—</a:t>
            </a:r>
            <a:r>
              <a:rPr sz="1450" spc="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Events</a:t>
            </a:r>
            <a:r>
              <a:rPr sz="1450" spc="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for</a:t>
            </a:r>
            <a:r>
              <a:rPr sz="1450" spc="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Students</a:t>
            </a:r>
            <a:r>
              <a:rPr sz="1450" spc="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dirty="0">
                <a:solidFill>
                  <a:srgbClr val="708095"/>
                </a:solidFill>
                <a:latin typeface="Arial MT"/>
                <a:cs typeface="Arial MT"/>
              </a:rPr>
              <a:t>and</a:t>
            </a:r>
            <a:r>
              <a:rPr sz="1450" spc="5" dirty="0">
                <a:solidFill>
                  <a:srgbClr val="708095"/>
                </a:solidFill>
                <a:latin typeface="Arial MT"/>
                <a:cs typeface="Arial MT"/>
              </a:rPr>
              <a:t> </a:t>
            </a:r>
            <a:r>
              <a:rPr sz="1450" spc="-10" dirty="0">
                <a:solidFill>
                  <a:srgbClr val="708095"/>
                </a:solidFill>
                <a:latin typeface="Arial MT"/>
                <a:cs typeface="Arial MT"/>
              </a:rPr>
              <a:t>Professionals</a:t>
            </a:r>
            <a:endParaRPr sz="1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610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Arial MT</vt:lpstr>
      <vt:lpstr>Lucida Sans Unicode</vt:lpstr>
      <vt:lpstr>Office Theme</vt:lpstr>
      <vt:lpstr>PowerPoint Presentation</vt:lpstr>
      <vt:lpstr>Project Presentation By</vt:lpstr>
      <vt:lpstr>Introduction</vt:lpstr>
      <vt:lpstr>Problem Statement</vt:lpstr>
      <vt:lpstr>Objectives</vt:lpstr>
      <vt:lpstr>System Architecture</vt:lpstr>
      <vt:lpstr>Key Features</vt:lpstr>
      <vt:lpstr>Technology Stack</vt:lpstr>
      <vt:lpstr>Conclusion &amp; 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devineni saibhaskar</cp:lastModifiedBy>
  <cp:revision>1</cp:revision>
  <dcterms:created xsi:type="dcterms:W3CDTF">2026-09-30T03:23:53Z</dcterms:created>
  <dcterms:modified xsi:type="dcterms:W3CDTF">2026-10-03T06:59:56Z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2026-09-30T00:00:00Z</vt:filetime>
  </property>
  <property fmtid="{D5CDD505-2E9C-101B-9397-08002B2CF9AE}" pid="6" name="Producer">
    <vt:lpwstr>pdf-lib (https://github.com/Hopding/pdf-lib)</vt:lpwstr>
  </property>
</Properties>
</file>